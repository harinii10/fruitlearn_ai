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 id="2147483665" r:id="rId2"/>
    <p:sldMasterId id="2147483677" r:id="rId3"/>
    <p:sldMasterId id="2147483679" r:id="rId4"/>
    <p:sldMasterId id="2147483682" r:id="rId5"/>
  </p:sldMasterIdLst>
  <p:notesMasterIdLst>
    <p:notesMasterId r:id="rId13"/>
  </p:notesMasterIdLst>
  <p:sldIdLst>
    <p:sldId id="257" r:id="rId6"/>
    <p:sldId id="258" r:id="rId7"/>
    <p:sldId id="259" r:id="rId8"/>
    <p:sldId id="260" r:id="rId9"/>
    <p:sldId id="261" r:id="rId10"/>
    <p:sldId id="262" r:id="rId11"/>
    <p:sldId id="263" r:id="rId12"/>
  </p:sldIdLst>
  <p:sldSz cx="12192000" cy="6858000"/>
  <p:notesSz cx="6858000" cy="12192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0" d="100"/>
          <a:sy n="70" d="100"/>
        </p:scale>
        <p:origin x="71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Master" Target="slideMasters/slideMaster5.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72195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766"/>
        <p:cNvGrpSpPr/>
        <p:nvPr/>
      </p:nvGrpSpPr>
      <p:grpSpPr>
        <a:xfrm>
          <a:off x="0" y="0"/>
          <a:ext cx="0" cy="0"/>
          <a:chOff x="0" y="0"/>
          <a:chExt cx="0" cy="0"/>
        </a:xfrm>
      </p:grpSpPr>
      <p:sp>
        <p:nvSpPr>
          <p:cNvPr id="767" name="Google Shape;767;p3"/>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768" name="Google Shape;768;p3"/>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406400" algn="l" rtl="0">
              <a:lnSpc>
                <a:spcPct val="90000"/>
              </a:lnSpc>
              <a:spcBef>
                <a:spcPts val="1000"/>
              </a:spcBef>
              <a:spcAft>
                <a:spcPts val="0"/>
              </a:spcAft>
              <a:buClr>
                <a:schemeClr val="dk1"/>
              </a:buClr>
              <a:buSzPts val="2800"/>
              <a:buChar char="•"/>
              <a:defRPr>
                <a:latin typeface="Avenir"/>
                <a:ea typeface="Avenir"/>
                <a:cs typeface="Avenir"/>
                <a:sym typeface="Avenir"/>
              </a:defRPr>
            </a:lvl1pPr>
            <a:lvl2pPr marL="914400" lvl="1" indent="-381000" algn="l" rtl="0">
              <a:lnSpc>
                <a:spcPct val="90000"/>
              </a:lnSpc>
              <a:spcBef>
                <a:spcPts val="500"/>
              </a:spcBef>
              <a:spcAft>
                <a:spcPts val="0"/>
              </a:spcAft>
              <a:buClr>
                <a:schemeClr val="dk1"/>
              </a:buClr>
              <a:buSzPts val="2400"/>
              <a:buChar char="•"/>
              <a:defRPr>
                <a:latin typeface="Avenir"/>
                <a:ea typeface="Avenir"/>
                <a:cs typeface="Avenir"/>
                <a:sym typeface="Avenir"/>
              </a:defRPr>
            </a:lvl2pPr>
            <a:lvl3pPr marL="1371600" lvl="2" indent="-355600" algn="l" rtl="0">
              <a:lnSpc>
                <a:spcPct val="90000"/>
              </a:lnSpc>
              <a:spcBef>
                <a:spcPts val="500"/>
              </a:spcBef>
              <a:spcAft>
                <a:spcPts val="0"/>
              </a:spcAft>
              <a:buClr>
                <a:schemeClr val="dk1"/>
              </a:buClr>
              <a:buSzPts val="2000"/>
              <a:buChar char="•"/>
              <a:defRPr>
                <a:latin typeface="Avenir"/>
                <a:ea typeface="Avenir"/>
                <a:cs typeface="Avenir"/>
                <a:sym typeface="Avenir"/>
              </a:defRPr>
            </a:lvl3pPr>
            <a:lvl4pPr marL="1828800" lvl="3" indent="-342900" algn="l" rtl="0">
              <a:lnSpc>
                <a:spcPct val="90000"/>
              </a:lnSpc>
              <a:spcBef>
                <a:spcPts val="500"/>
              </a:spcBef>
              <a:spcAft>
                <a:spcPts val="0"/>
              </a:spcAft>
              <a:buClr>
                <a:schemeClr val="dk1"/>
              </a:buClr>
              <a:buSzPts val="1800"/>
              <a:buChar char="•"/>
              <a:defRPr>
                <a:latin typeface="Avenir"/>
                <a:ea typeface="Avenir"/>
                <a:cs typeface="Avenir"/>
                <a:sym typeface="Avenir"/>
              </a:defRPr>
            </a:lvl4pPr>
            <a:lvl5pPr marL="2286000" lvl="4" indent="-342900" algn="l" rtl="0">
              <a:lnSpc>
                <a:spcPct val="90000"/>
              </a:lnSpc>
              <a:spcBef>
                <a:spcPts val="500"/>
              </a:spcBef>
              <a:spcAft>
                <a:spcPts val="0"/>
              </a:spcAft>
              <a:buClr>
                <a:schemeClr val="dk1"/>
              </a:buClr>
              <a:buSzPts val="1800"/>
              <a:buChar char="•"/>
              <a:defRPr>
                <a:latin typeface="Avenir"/>
                <a:ea typeface="Avenir"/>
                <a:cs typeface="Avenir"/>
                <a:sym typeface="Aveni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769" name="Google Shape;769;p3"/>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70" name="Google Shape;770;p3"/>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71" name="Google Shape;771;p3"/>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1763725183"/>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772"/>
        <p:cNvGrpSpPr/>
        <p:nvPr/>
      </p:nvGrpSpPr>
      <p:grpSpPr>
        <a:xfrm>
          <a:off x="0" y="0"/>
          <a:ext cx="0" cy="0"/>
          <a:chOff x="0" y="0"/>
          <a:chExt cx="0" cy="0"/>
        </a:xfrm>
      </p:grpSpPr>
      <p:sp>
        <p:nvSpPr>
          <p:cNvPr id="773" name="Google Shape;773;p4"/>
          <p:cNvSpPr txBox="1">
            <a:spLocks noGrp="1"/>
          </p:cNvSpPr>
          <p:nvPr>
            <p:ph type="title"/>
          </p:nvPr>
        </p:nvSpPr>
        <p:spPr>
          <a:xfrm>
            <a:off x="831851" y="1709740"/>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6000"/>
              <a:buFont typeface="Poppins"/>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774" name="Google Shape;774;p4"/>
          <p:cNvSpPr txBox="1">
            <a:spLocks noGrp="1"/>
          </p:cNvSpPr>
          <p:nvPr>
            <p:ph type="body" idx="1"/>
          </p:nvPr>
        </p:nvSpPr>
        <p:spPr>
          <a:xfrm>
            <a:off x="831851" y="4589465"/>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rgbClr val="888888"/>
              </a:buClr>
              <a:buSzPts val="2400"/>
              <a:buNone/>
              <a:defRPr sz="2400">
                <a:solidFill>
                  <a:srgbClr val="888888"/>
                </a:solidFill>
              </a:defRPr>
            </a:lvl1pPr>
            <a:lvl2pPr marL="914400" lvl="1" indent="-228600" algn="l" rtl="0">
              <a:lnSpc>
                <a:spcPct val="90000"/>
              </a:lnSpc>
              <a:spcBef>
                <a:spcPts val="500"/>
              </a:spcBef>
              <a:spcAft>
                <a:spcPts val="0"/>
              </a:spcAft>
              <a:buClr>
                <a:srgbClr val="888888"/>
              </a:buClr>
              <a:buSzPts val="2000"/>
              <a:buNone/>
              <a:defRPr sz="2000">
                <a:solidFill>
                  <a:srgbClr val="888888"/>
                </a:solidFill>
              </a:defRPr>
            </a:lvl2pPr>
            <a:lvl3pPr marL="1371600" lvl="2" indent="-228600" algn="l" rtl="0">
              <a:lnSpc>
                <a:spcPct val="90000"/>
              </a:lnSpc>
              <a:spcBef>
                <a:spcPts val="500"/>
              </a:spcBef>
              <a:spcAft>
                <a:spcPts val="0"/>
              </a:spcAft>
              <a:buClr>
                <a:srgbClr val="888888"/>
              </a:buClr>
              <a:buSzPts val="1800"/>
              <a:buNone/>
              <a:defRPr sz="1800">
                <a:solidFill>
                  <a:srgbClr val="888888"/>
                </a:solidFill>
              </a:defRPr>
            </a:lvl3pPr>
            <a:lvl4pPr marL="1828800" lvl="3" indent="-228600" algn="l" rtl="0">
              <a:lnSpc>
                <a:spcPct val="90000"/>
              </a:lnSpc>
              <a:spcBef>
                <a:spcPts val="500"/>
              </a:spcBef>
              <a:spcAft>
                <a:spcPts val="0"/>
              </a:spcAft>
              <a:buClr>
                <a:srgbClr val="888888"/>
              </a:buClr>
              <a:buSzPts val="1600"/>
              <a:buNone/>
              <a:defRPr sz="1600">
                <a:solidFill>
                  <a:srgbClr val="888888"/>
                </a:solidFill>
              </a:defRPr>
            </a:lvl4pPr>
            <a:lvl5pPr marL="2286000" lvl="4" indent="-228600" algn="l" rtl="0">
              <a:lnSpc>
                <a:spcPct val="90000"/>
              </a:lnSpc>
              <a:spcBef>
                <a:spcPts val="500"/>
              </a:spcBef>
              <a:spcAft>
                <a:spcPts val="0"/>
              </a:spcAft>
              <a:buClr>
                <a:srgbClr val="888888"/>
              </a:buClr>
              <a:buSzPts val="1600"/>
              <a:buNone/>
              <a:defRPr sz="1600">
                <a:solidFill>
                  <a:srgbClr val="888888"/>
                </a:solidFill>
              </a:defRPr>
            </a:lvl5pPr>
            <a:lvl6pPr marL="2743200" lvl="5" indent="-228600" algn="l" rtl="0">
              <a:lnSpc>
                <a:spcPct val="90000"/>
              </a:lnSpc>
              <a:spcBef>
                <a:spcPts val="500"/>
              </a:spcBef>
              <a:spcAft>
                <a:spcPts val="0"/>
              </a:spcAft>
              <a:buClr>
                <a:srgbClr val="888888"/>
              </a:buClr>
              <a:buSzPts val="1600"/>
              <a:buNone/>
              <a:defRPr sz="1600">
                <a:solidFill>
                  <a:srgbClr val="888888"/>
                </a:solidFill>
              </a:defRPr>
            </a:lvl6pPr>
            <a:lvl7pPr marL="3200400" lvl="6" indent="-228600" algn="l" rtl="0">
              <a:lnSpc>
                <a:spcPct val="90000"/>
              </a:lnSpc>
              <a:spcBef>
                <a:spcPts val="500"/>
              </a:spcBef>
              <a:spcAft>
                <a:spcPts val="0"/>
              </a:spcAft>
              <a:buClr>
                <a:srgbClr val="888888"/>
              </a:buClr>
              <a:buSzPts val="1600"/>
              <a:buNone/>
              <a:defRPr sz="1600">
                <a:solidFill>
                  <a:srgbClr val="888888"/>
                </a:solidFill>
              </a:defRPr>
            </a:lvl7pPr>
            <a:lvl8pPr marL="3657600" lvl="7" indent="-228600" algn="l" rtl="0">
              <a:lnSpc>
                <a:spcPct val="90000"/>
              </a:lnSpc>
              <a:spcBef>
                <a:spcPts val="500"/>
              </a:spcBef>
              <a:spcAft>
                <a:spcPts val="0"/>
              </a:spcAft>
              <a:buClr>
                <a:srgbClr val="888888"/>
              </a:buClr>
              <a:buSzPts val="1600"/>
              <a:buNone/>
              <a:defRPr sz="1600">
                <a:solidFill>
                  <a:srgbClr val="888888"/>
                </a:solidFill>
              </a:defRPr>
            </a:lvl8pPr>
            <a:lvl9pPr marL="4114800" lvl="8" indent="-228600" algn="l" rtl="0">
              <a:lnSpc>
                <a:spcPct val="90000"/>
              </a:lnSpc>
              <a:spcBef>
                <a:spcPts val="500"/>
              </a:spcBef>
              <a:spcAft>
                <a:spcPts val="0"/>
              </a:spcAft>
              <a:buClr>
                <a:srgbClr val="888888"/>
              </a:buClr>
              <a:buSzPts val="1600"/>
              <a:buNone/>
              <a:defRPr sz="1600">
                <a:solidFill>
                  <a:srgbClr val="888888"/>
                </a:solidFill>
              </a:defRPr>
            </a:lvl9pPr>
          </a:lstStyle>
          <a:p>
            <a:pPr lvl="0"/>
            <a:r>
              <a:rPr lang="en-US"/>
              <a:t>Click to edit Master text styles</a:t>
            </a:r>
          </a:p>
        </p:txBody>
      </p:sp>
      <p:sp>
        <p:nvSpPr>
          <p:cNvPr id="775" name="Google Shape;775;p4"/>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76" name="Google Shape;776;p4"/>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77" name="Google Shape;777;p4"/>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1797675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778"/>
        <p:cNvGrpSpPr/>
        <p:nvPr/>
      </p:nvGrpSpPr>
      <p:grpSpPr>
        <a:xfrm>
          <a:off x="0" y="0"/>
          <a:ext cx="0" cy="0"/>
          <a:chOff x="0" y="0"/>
          <a:chExt cx="0" cy="0"/>
        </a:xfrm>
      </p:grpSpPr>
      <p:sp>
        <p:nvSpPr>
          <p:cNvPr id="779" name="Google Shape;779;p5"/>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780" name="Google Shape;780;p5"/>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781" name="Google Shape;781;p5"/>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782" name="Google Shape;782;p5"/>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3" name="Google Shape;783;p5"/>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4" name="Google Shape;784;p5"/>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1507284830"/>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785"/>
        <p:cNvGrpSpPr/>
        <p:nvPr/>
      </p:nvGrpSpPr>
      <p:grpSpPr>
        <a:xfrm>
          <a:off x="0" y="0"/>
          <a:ext cx="0" cy="0"/>
          <a:chOff x="0" y="0"/>
          <a:chExt cx="0" cy="0"/>
        </a:xfrm>
      </p:grpSpPr>
      <p:sp>
        <p:nvSpPr>
          <p:cNvPr id="786" name="Google Shape;786;p6"/>
          <p:cNvSpPr txBox="1">
            <a:spLocks noGrp="1"/>
          </p:cNvSpPr>
          <p:nvPr>
            <p:ph type="title"/>
          </p:nvPr>
        </p:nvSpPr>
        <p:spPr>
          <a:xfrm>
            <a:off x="839788"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787" name="Google Shape;787;p6"/>
          <p:cNvSpPr txBox="1">
            <a:spLocks noGrp="1"/>
          </p:cNvSpPr>
          <p:nvPr>
            <p:ph type="body" idx="1"/>
          </p:nvPr>
        </p:nvSpPr>
        <p:spPr>
          <a:xfrm>
            <a:off x="839789" y="1681163"/>
            <a:ext cx="51579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pPr lvl="0"/>
            <a:r>
              <a:rPr lang="en-US"/>
              <a:t>Click to edit Master text styles</a:t>
            </a:r>
          </a:p>
        </p:txBody>
      </p:sp>
      <p:sp>
        <p:nvSpPr>
          <p:cNvPr id="788" name="Google Shape;788;p6"/>
          <p:cNvSpPr txBox="1">
            <a:spLocks noGrp="1"/>
          </p:cNvSpPr>
          <p:nvPr>
            <p:ph type="body" idx="2"/>
          </p:nvPr>
        </p:nvSpPr>
        <p:spPr>
          <a:xfrm>
            <a:off x="839789" y="2505075"/>
            <a:ext cx="51579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789" name="Google Shape;789;p6"/>
          <p:cNvSpPr txBox="1">
            <a:spLocks noGrp="1"/>
          </p:cNvSpPr>
          <p:nvPr>
            <p:ph type="body" idx="3"/>
          </p:nvPr>
        </p:nvSpPr>
        <p:spPr>
          <a:xfrm>
            <a:off x="6172201" y="1681163"/>
            <a:ext cx="51831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pPr lvl="0"/>
            <a:r>
              <a:rPr lang="en-US"/>
              <a:t>Click to edit Master text styles</a:t>
            </a:r>
          </a:p>
        </p:txBody>
      </p:sp>
      <p:sp>
        <p:nvSpPr>
          <p:cNvPr id="790" name="Google Shape;790;p6"/>
          <p:cNvSpPr txBox="1">
            <a:spLocks noGrp="1"/>
          </p:cNvSpPr>
          <p:nvPr>
            <p:ph type="body" idx="4"/>
          </p:nvPr>
        </p:nvSpPr>
        <p:spPr>
          <a:xfrm>
            <a:off x="6172201" y="2505075"/>
            <a:ext cx="51831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791" name="Google Shape;791;p6"/>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2" name="Google Shape;792;p6"/>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3" name="Google Shape;793;p6"/>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26975817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794"/>
        <p:cNvGrpSpPr/>
        <p:nvPr/>
      </p:nvGrpSpPr>
      <p:grpSpPr>
        <a:xfrm>
          <a:off x="0" y="0"/>
          <a:ext cx="0" cy="0"/>
          <a:chOff x="0" y="0"/>
          <a:chExt cx="0" cy="0"/>
        </a:xfrm>
      </p:grpSpPr>
      <p:sp>
        <p:nvSpPr>
          <p:cNvPr id="795" name="Google Shape;795;p7"/>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796" name="Google Shape;796;p7"/>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7" name="Google Shape;797;p7"/>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8" name="Google Shape;798;p7"/>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327806498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99"/>
        <p:cNvGrpSpPr/>
        <p:nvPr/>
      </p:nvGrpSpPr>
      <p:grpSpPr>
        <a:xfrm>
          <a:off x="0" y="0"/>
          <a:ext cx="0" cy="0"/>
          <a:chOff x="0" y="0"/>
          <a:chExt cx="0" cy="0"/>
        </a:xfrm>
      </p:grpSpPr>
      <p:sp>
        <p:nvSpPr>
          <p:cNvPr id="800" name="Google Shape;800;p8"/>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01" name="Google Shape;801;p8"/>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02" name="Google Shape;802;p8"/>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3974014088"/>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803"/>
        <p:cNvGrpSpPr/>
        <p:nvPr/>
      </p:nvGrpSpPr>
      <p:grpSpPr>
        <a:xfrm>
          <a:off x="0" y="0"/>
          <a:ext cx="0" cy="0"/>
          <a:chOff x="0" y="0"/>
          <a:chExt cx="0" cy="0"/>
        </a:xfrm>
      </p:grpSpPr>
      <p:sp>
        <p:nvSpPr>
          <p:cNvPr id="804" name="Google Shape;804;p9"/>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Poppins"/>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805" name="Google Shape;805;p9"/>
          <p:cNvSpPr txBox="1">
            <a:spLocks noGrp="1"/>
          </p:cNvSpPr>
          <p:nvPr>
            <p:ph type="body" idx="1"/>
          </p:nvPr>
        </p:nvSpPr>
        <p:spPr>
          <a:xfrm>
            <a:off x="5183188" y="987427"/>
            <a:ext cx="6172200" cy="4873500"/>
          </a:xfrm>
          <a:prstGeom prst="rect">
            <a:avLst/>
          </a:prstGeom>
          <a:noFill/>
          <a:ln>
            <a:noFill/>
          </a:ln>
        </p:spPr>
        <p:txBody>
          <a:bodyPr spcFirstLastPara="1" wrap="square" lIns="91425" tIns="45700" rIns="91425" bIns="45700" anchor="t" anchorCtr="0">
            <a:normAutofit/>
          </a:bodyPr>
          <a:lstStyle>
            <a:lvl1pPr marL="457200" lvl="0" indent="-431800" algn="l" rtl="0">
              <a:lnSpc>
                <a:spcPct val="90000"/>
              </a:lnSpc>
              <a:spcBef>
                <a:spcPts val="1000"/>
              </a:spcBef>
              <a:spcAft>
                <a:spcPts val="0"/>
              </a:spcAft>
              <a:buClr>
                <a:schemeClr val="dk1"/>
              </a:buClr>
              <a:buSzPts val="3200"/>
              <a:buChar char="•"/>
              <a:defRPr sz="3200"/>
            </a:lvl1pPr>
            <a:lvl2pPr marL="914400" lvl="1" indent="-406400" algn="l" rtl="0">
              <a:lnSpc>
                <a:spcPct val="90000"/>
              </a:lnSpc>
              <a:spcBef>
                <a:spcPts val="500"/>
              </a:spcBef>
              <a:spcAft>
                <a:spcPts val="0"/>
              </a:spcAft>
              <a:buClr>
                <a:schemeClr val="dk1"/>
              </a:buClr>
              <a:buSzPts val="2800"/>
              <a:buChar char="•"/>
              <a:defRPr sz="2800"/>
            </a:lvl2pPr>
            <a:lvl3pPr marL="1371600" lvl="2" indent="-381000" algn="l" rtl="0">
              <a:lnSpc>
                <a:spcPct val="90000"/>
              </a:lnSpc>
              <a:spcBef>
                <a:spcPts val="500"/>
              </a:spcBef>
              <a:spcAft>
                <a:spcPts val="0"/>
              </a:spcAft>
              <a:buClr>
                <a:schemeClr val="dk1"/>
              </a:buClr>
              <a:buSzPts val="2400"/>
              <a:buChar char="•"/>
              <a:defRPr sz="2400"/>
            </a:lvl3pPr>
            <a:lvl4pPr marL="1828800" lvl="3" indent="-355600" algn="l" rtl="0">
              <a:lnSpc>
                <a:spcPct val="90000"/>
              </a:lnSpc>
              <a:spcBef>
                <a:spcPts val="500"/>
              </a:spcBef>
              <a:spcAft>
                <a:spcPts val="0"/>
              </a:spcAft>
              <a:buClr>
                <a:schemeClr val="dk1"/>
              </a:buClr>
              <a:buSzPts val="2000"/>
              <a:buChar char="•"/>
              <a:defRPr sz="2000"/>
            </a:lvl4pPr>
            <a:lvl5pPr marL="2286000" lvl="4" indent="-355600" algn="l" rtl="0">
              <a:lnSpc>
                <a:spcPct val="90000"/>
              </a:lnSpc>
              <a:spcBef>
                <a:spcPts val="500"/>
              </a:spcBef>
              <a:spcAft>
                <a:spcPts val="0"/>
              </a:spcAft>
              <a:buClr>
                <a:schemeClr val="dk1"/>
              </a:buClr>
              <a:buSzPts val="2000"/>
              <a:buChar char="•"/>
              <a:defRPr sz="2000"/>
            </a:lvl5pPr>
            <a:lvl6pPr marL="2743200" lvl="5" indent="-355600" algn="l" rtl="0">
              <a:lnSpc>
                <a:spcPct val="90000"/>
              </a:lnSpc>
              <a:spcBef>
                <a:spcPts val="500"/>
              </a:spcBef>
              <a:spcAft>
                <a:spcPts val="0"/>
              </a:spcAft>
              <a:buClr>
                <a:schemeClr val="dk1"/>
              </a:buClr>
              <a:buSzPts val="2000"/>
              <a:buChar char="•"/>
              <a:defRPr sz="2000"/>
            </a:lvl6pPr>
            <a:lvl7pPr marL="3200400" lvl="6" indent="-355600" algn="l" rtl="0">
              <a:lnSpc>
                <a:spcPct val="90000"/>
              </a:lnSpc>
              <a:spcBef>
                <a:spcPts val="500"/>
              </a:spcBef>
              <a:spcAft>
                <a:spcPts val="0"/>
              </a:spcAft>
              <a:buClr>
                <a:schemeClr val="dk1"/>
              </a:buClr>
              <a:buSzPts val="2000"/>
              <a:buChar char="•"/>
              <a:defRPr sz="2000"/>
            </a:lvl7pPr>
            <a:lvl8pPr marL="3657600" lvl="7" indent="-355600" algn="l" rtl="0">
              <a:lnSpc>
                <a:spcPct val="90000"/>
              </a:lnSpc>
              <a:spcBef>
                <a:spcPts val="500"/>
              </a:spcBef>
              <a:spcAft>
                <a:spcPts val="0"/>
              </a:spcAft>
              <a:buClr>
                <a:schemeClr val="dk1"/>
              </a:buClr>
              <a:buSzPts val="2000"/>
              <a:buChar char="•"/>
              <a:defRPr sz="2000"/>
            </a:lvl8pPr>
            <a:lvl9pPr marL="4114800" lvl="8" indent="-355600" algn="l" rtl="0">
              <a:lnSpc>
                <a:spcPct val="90000"/>
              </a:lnSpc>
              <a:spcBef>
                <a:spcPts val="500"/>
              </a:spcBef>
              <a:spcAft>
                <a:spcPts val="0"/>
              </a:spcAft>
              <a:buClr>
                <a:schemeClr val="dk1"/>
              </a:buClr>
              <a:buSzPts val="2000"/>
              <a:buChar char="•"/>
              <a:defRPr sz="2000"/>
            </a:lvl9pPr>
          </a:lstStyle>
          <a:p>
            <a:pPr lvl="0"/>
            <a:r>
              <a:rPr lang="en-US"/>
              <a:t>Click to edit Master text styles</a:t>
            </a:r>
          </a:p>
        </p:txBody>
      </p:sp>
      <p:sp>
        <p:nvSpPr>
          <p:cNvPr id="806" name="Google Shape;806;p9"/>
          <p:cNvSpPr txBox="1">
            <a:spLocks noGrp="1"/>
          </p:cNvSpPr>
          <p:nvPr>
            <p:ph type="body" idx="2"/>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pPr lvl="0"/>
            <a:r>
              <a:rPr lang="en-US"/>
              <a:t>Click to edit Master text styles</a:t>
            </a:r>
          </a:p>
        </p:txBody>
      </p:sp>
      <p:sp>
        <p:nvSpPr>
          <p:cNvPr id="807" name="Google Shape;807;p9"/>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08" name="Google Shape;808;p9"/>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09" name="Google Shape;809;p9"/>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22362659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810"/>
        <p:cNvGrpSpPr/>
        <p:nvPr/>
      </p:nvGrpSpPr>
      <p:grpSpPr>
        <a:xfrm>
          <a:off x="0" y="0"/>
          <a:ext cx="0" cy="0"/>
          <a:chOff x="0" y="0"/>
          <a:chExt cx="0" cy="0"/>
        </a:xfrm>
      </p:grpSpPr>
      <p:sp>
        <p:nvSpPr>
          <p:cNvPr id="811" name="Google Shape;811;p10"/>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Poppins"/>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812" name="Google Shape;812;p10"/>
          <p:cNvSpPr>
            <a:spLocks noGrp="1"/>
          </p:cNvSpPr>
          <p:nvPr>
            <p:ph type="pic" idx="2"/>
          </p:nvPr>
        </p:nvSpPr>
        <p:spPr>
          <a:xfrm>
            <a:off x="5183188" y="987427"/>
            <a:ext cx="6172200" cy="4873500"/>
          </a:xfrm>
          <a:prstGeom prst="rect">
            <a:avLst/>
          </a:prstGeom>
          <a:noFill/>
          <a:ln>
            <a:noFill/>
          </a:ln>
        </p:spPr>
      </p:sp>
      <p:sp>
        <p:nvSpPr>
          <p:cNvPr id="813" name="Google Shape;813;p10"/>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pPr lvl="0"/>
            <a:r>
              <a:rPr lang="en-US"/>
              <a:t>Click to edit Master text styles</a:t>
            </a:r>
          </a:p>
        </p:txBody>
      </p:sp>
      <p:sp>
        <p:nvSpPr>
          <p:cNvPr id="814" name="Google Shape;814;p10"/>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5" name="Google Shape;815;p10"/>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6" name="Google Shape;816;p10"/>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218522331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817"/>
        <p:cNvGrpSpPr/>
        <p:nvPr/>
      </p:nvGrpSpPr>
      <p:grpSpPr>
        <a:xfrm>
          <a:off x="0" y="0"/>
          <a:ext cx="0" cy="0"/>
          <a:chOff x="0" y="0"/>
          <a:chExt cx="0" cy="0"/>
        </a:xfrm>
      </p:grpSpPr>
      <p:sp>
        <p:nvSpPr>
          <p:cNvPr id="818" name="Google Shape;818;p11"/>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819" name="Google Shape;819;p11"/>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820" name="Google Shape;820;p11"/>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1" name="Google Shape;821;p11"/>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2" name="Google Shape;822;p11"/>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472643691"/>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823"/>
        <p:cNvGrpSpPr/>
        <p:nvPr/>
      </p:nvGrpSpPr>
      <p:grpSpPr>
        <a:xfrm>
          <a:off x="0" y="0"/>
          <a:ext cx="0" cy="0"/>
          <a:chOff x="0" y="0"/>
          <a:chExt cx="0" cy="0"/>
        </a:xfrm>
      </p:grpSpPr>
      <p:sp>
        <p:nvSpPr>
          <p:cNvPr id="824" name="Google Shape;824;p12"/>
          <p:cNvSpPr txBox="1">
            <a:spLocks noGrp="1"/>
          </p:cNvSpPr>
          <p:nvPr>
            <p:ph type="title"/>
          </p:nvPr>
        </p:nvSpPr>
        <p:spPr>
          <a:xfrm rot="5400000">
            <a:off x="7133401" y="1956625"/>
            <a:ext cx="5811900" cy="26289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825" name="Google Shape;825;p12"/>
          <p:cNvSpPr txBox="1">
            <a:spLocks noGrp="1"/>
          </p:cNvSpPr>
          <p:nvPr>
            <p:ph type="body" idx="1"/>
          </p:nvPr>
        </p:nvSpPr>
        <p:spPr>
          <a:xfrm rot="5400000">
            <a:off x="1799401" y="-596075"/>
            <a:ext cx="5811900" cy="77343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826" name="Google Shape;826;p12"/>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7" name="Google Shape;827;p12"/>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8" name="Google Shape;828;p12"/>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221711474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829"/>
        <p:cNvGrpSpPr/>
        <p:nvPr/>
      </p:nvGrpSpPr>
      <p:grpSpPr>
        <a:xfrm>
          <a:off x="0" y="0"/>
          <a:ext cx="0" cy="0"/>
          <a:chOff x="0" y="0"/>
          <a:chExt cx="0" cy="0"/>
        </a:xfrm>
      </p:grpSpPr>
      <p:sp>
        <p:nvSpPr>
          <p:cNvPr id="830" name="Google Shape;830;p13"/>
          <p:cNvSpPr txBox="1">
            <a:spLocks noGrp="1"/>
          </p:cNvSpPr>
          <p:nvPr>
            <p:ph type="title"/>
          </p:nvPr>
        </p:nvSpPr>
        <p:spPr>
          <a:xfrm>
            <a:off x="838091" y="365084"/>
            <a:ext cx="10515900" cy="8319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3599"/>
              <a:buFont typeface="Poppins"/>
              <a:buNone/>
              <a:defRPr sz="3599"/>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Tree>
    <p:extLst>
      <p:ext uri="{BB962C8B-B14F-4D97-AF65-F5344CB8AC3E}">
        <p14:creationId xmlns:p14="http://schemas.microsoft.com/office/powerpoint/2010/main" val="1941008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831"/>
        <p:cNvGrpSpPr/>
        <p:nvPr/>
      </p:nvGrpSpPr>
      <p:grpSpPr>
        <a:xfrm>
          <a:off x="0" y="0"/>
          <a:ext cx="0" cy="0"/>
          <a:chOff x="0" y="0"/>
          <a:chExt cx="0" cy="0"/>
        </a:xfrm>
      </p:grpSpPr>
    </p:spTree>
    <p:extLst>
      <p:ext uri="{BB962C8B-B14F-4D97-AF65-F5344CB8AC3E}">
        <p14:creationId xmlns:p14="http://schemas.microsoft.com/office/powerpoint/2010/main" val="1824377530"/>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6682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reserve="1">
  <p:cSld name="Title and Content">
    <p:spTree>
      <p:nvGrpSpPr>
        <p:cNvPr id="1" name="Shape 841"/>
        <p:cNvGrpSpPr/>
        <p:nvPr/>
      </p:nvGrpSpPr>
      <p:grpSpPr>
        <a:xfrm>
          <a:off x="0" y="0"/>
          <a:ext cx="0" cy="0"/>
          <a:chOff x="0" y="0"/>
          <a:chExt cx="0" cy="0"/>
        </a:xfrm>
      </p:grpSpPr>
      <p:sp>
        <p:nvSpPr>
          <p:cNvPr id="842" name="Google Shape;842;p16"/>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843" name="Google Shape;843;p16"/>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406400" algn="l" rtl="0">
              <a:lnSpc>
                <a:spcPct val="90000"/>
              </a:lnSpc>
              <a:spcBef>
                <a:spcPts val="1000"/>
              </a:spcBef>
              <a:spcAft>
                <a:spcPts val="0"/>
              </a:spcAft>
              <a:buClr>
                <a:schemeClr val="dk1"/>
              </a:buClr>
              <a:buSzPts val="2800"/>
              <a:buChar char="•"/>
              <a:defRPr>
                <a:latin typeface="Avenir"/>
                <a:ea typeface="Avenir"/>
                <a:cs typeface="Avenir"/>
                <a:sym typeface="Avenir"/>
              </a:defRPr>
            </a:lvl1pPr>
            <a:lvl2pPr marL="914400" lvl="1" indent="-381000" algn="l" rtl="0">
              <a:lnSpc>
                <a:spcPct val="90000"/>
              </a:lnSpc>
              <a:spcBef>
                <a:spcPts val="500"/>
              </a:spcBef>
              <a:spcAft>
                <a:spcPts val="0"/>
              </a:spcAft>
              <a:buClr>
                <a:schemeClr val="dk1"/>
              </a:buClr>
              <a:buSzPts val="2400"/>
              <a:buChar char="•"/>
              <a:defRPr>
                <a:latin typeface="Avenir"/>
                <a:ea typeface="Avenir"/>
                <a:cs typeface="Avenir"/>
                <a:sym typeface="Avenir"/>
              </a:defRPr>
            </a:lvl2pPr>
            <a:lvl3pPr marL="1371600" lvl="2" indent="-355600" algn="l" rtl="0">
              <a:lnSpc>
                <a:spcPct val="90000"/>
              </a:lnSpc>
              <a:spcBef>
                <a:spcPts val="500"/>
              </a:spcBef>
              <a:spcAft>
                <a:spcPts val="0"/>
              </a:spcAft>
              <a:buClr>
                <a:schemeClr val="dk1"/>
              </a:buClr>
              <a:buSzPts val="2000"/>
              <a:buChar char="•"/>
              <a:defRPr>
                <a:latin typeface="Avenir"/>
                <a:ea typeface="Avenir"/>
                <a:cs typeface="Avenir"/>
                <a:sym typeface="Avenir"/>
              </a:defRPr>
            </a:lvl3pPr>
            <a:lvl4pPr marL="1828800" lvl="3" indent="-342900" algn="l" rtl="0">
              <a:lnSpc>
                <a:spcPct val="90000"/>
              </a:lnSpc>
              <a:spcBef>
                <a:spcPts val="500"/>
              </a:spcBef>
              <a:spcAft>
                <a:spcPts val="0"/>
              </a:spcAft>
              <a:buClr>
                <a:schemeClr val="dk1"/>
              </a:buClr>
              <a:buSzPts val="1800"/>
              <a:buChar char="•"/>
              <a:defRPr>
                <a:latin typeface="Avenir"/>
                <a:ea typeface="Avenir"/>
                <a:cs typeface="Avenir"/>
                <a:sym typeface="Avenir"/>
              </a:defRPr>
            </a:lvl4pPr>
            <a:lvl5pPr marL="2286000" lvl="4" indent="-342900" algn="l" rtl="0">
              <a:lnSpc>
                <a:spcPct val="90000"/>
              </a:lnSpc>
              <a:spcBef>
                <a:spcPts val="500"/>
              </a:spcBef>
              <a:spcAft>
                <a:spcPts val="0"/>
              </a:spcAft>
              <a:buClr>
                <a:schemeClr val="dk1"/>
              </a:buClr>
              <a:buSzPts val="1800"/>
              <a:buChar char="•"/>
              <a:defRPr>
                <a:latin typeface="Avenir"/>
                <a:ea typeface="Avenir"/>
                <a:cs typeface="Avenir"/>
                <a:sym typeface="Aveni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844" name="Google Shape;844;p16"/>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5" name="Google Shape;845;p16"/>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6" name="Google Shape;846;p16"/>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5127144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lide" type="title" preserve="1">
  <p:cSld name="Title Slide">
    <p:spTree>
      <p:nvGrpSpPr>
        <p:cNvPr id="1" name="Shape 847"/>
        <p:cNvGrpSpPr/>
        <p:nvPr/>
      </p:nvGrpSpPr>
      <p:grpSpPr>
        <a:xfrm>
          <a:off x="0" y="0"/>
          <a:ext cx="0" cy="0"/>
          <a:chOff x="0" y="0"/>
          <a:chExt cx="0" cy="0"/>
        </a:xfrm>
      </p:grpSpPr>
      <p:sp>
        <p:nvSpPr>
          <p:cNvPr id="848" name="Google Shape;848;p1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6000"/>
              <a:buFont typeface="Poppins"/>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849" name="Google Shape;849;p1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1000"/>
              </a:spcBef>
              <a:spcAft>
                <a:spcPts val="0"/>
              </a:spcAft>
              <a:buClr>
                <a:schemeClr val="dk1"/>
              </a:buClr>
              <a:buSzPts val="2400"/>
              <a:buNone/>
              <a:defRPr sz="2400"/>
            </a:lvl1pPr>
            <a:lvl2pPr lvl="1" algn="ctr" rtl="0">
              <a:lnSpc>
                <a:spcPct val="90000"/>
              </a:lnSpc>
              <a:spcBef>
                <a:spcPts val="500"/>
              </a:spcBef>
              <a:spcAft>
                <a:spcPts val="0"/>
              </a:spcAft>
              <a:buClr>
                <a:schemeClr val="dk1"/>
              </a:buClr>
              <a:buSzPts val="2000"/>
              <a:buNone/>
              <a:defRPr sz="2000"/>
            </a:lvl2pPr>
            <a:lvl3pPr lvl="2" algn="ctr" rtl="0">
              <a:lnSpc>
                <a:spcPct val="90000"/>
              </a:lnSpc>
              <a:spcBef>
                <a:spcPts val="500"/>
              </a:spcBef>
              <a:spcAft>
                <a:spcPts val="0"/>
              </a:spcAft>
              <a:buClr>
                <a:schemeClr val="dk1"/>
              </a:buClr>
              <a:buSzPts val="1800"/>
              <a:buNone/>
              <a:defRPr sz="1800"/>
            </a:lvl3pPr>
            <a:lvl4pPr lvl="3" algn="ctr" rtl="0">
              <a:lnSpc>
                <a:spcPct val="90000"/>
              </a:lnSpc>
              <a:spcBef>
                <a:spcPts val="500"/>
              </a:spcBef>
              <a:spcAft>
                <a:spcPts val="0"/>
              </a:spcAft>
              <a:buClr>
                <a:schemeClr val="dk1"/>
              </a:buClr>
              <a:buSzPts val="1600"/>
              <a:buNone/>
              <a:defRPr sz="1600"/>
            </a:lvl4pPr>
            <a:lvl5pPr lvl="4" algn="ctr" rtl="0">
              <a:lnSpc>
                <a:spcPct val="90000"/>
              </a:lnSpc>
              <a:spcBef>
                <a:spcPts val="500"/>
              </a:spcBef>
              <a:spcAft>
                <a:spcPts val="0"/>
              </a:spcAft>
              <a:buClr>
                <a:schemeClr val="dk1"/>
              </a:buClr>
              <a:buSzPts val="1600"/>
              <a:buNone/>
              <a:defRPr sz="1600"/>
            </a:lvl5pPr>
            <a:lvl6pPr lvl="5" algn="ctr" rtl="0">
              <a:lnSpc>
                <a:spcPct val="90000"/>
              </a:lnSpc>
              <a:spcBef>
                <a:spcPts val="500"/>
              </a:spcBef>
              <a:spcAft>
                <a:spcPts val="0"/>
              </a:spcAft>
              <a:buClr>
                <a:schemeClr val="dk1"/>
              </a:buClr>
              <a:buSzPts val="1600"/>
              <a:buNone/>
              <a:defRPr sz="1600"/>
            </a:lvl6pPr>
            <a:lvl7pPr lvl="6" algn="ctr" rtl="0">
              <a:lnSpc>
                <a:spcPct val="90000"/>
              </a:lnSpc>
              <a:spcBef>
                <a:spcPts val="500"/>
              </a:spcBef>
              <a:spcAft>
                <a:spcPts val="0"/>
              </a:spcAft>
              <a:buClr>
                <a:schemeClr val="dk1"/>
              </a:buClr>
              <a:buSzPts val="1600"/>
              <a:buNone/>
              <a:defRPr sz="1600"/>
            </a:lvl7pPr>
            <a:lvl8pPr lvl="7" algn="ctr" rtl="0">
              <a:lnSpc>
                <a:spcPct val="90000"/>
              </a:lnSpc>
              <a:spcBef>
                <a:spcPts val="500"/>
              </a:spcBef>
              <a:spcAft>
                <a:spcPts val="0"/>
              </a:spcAft>
              <a:buClr>
                <a:schemeClr val="dk1"/>
              </a:buClr>
              <a:buSzPts val="1600"/>
              <a:buNone/>
              <a:defRPr sz="1600"/>
            </a:lvl8pPr>
            <a:lvl9pPr lvl="8" algn="ctr" rtl="0">
              <a:lnSpc>
                <a:spcPct val="90000"/>
              </a:lnSpc>
              <a:spcBef>
                <a:spcPts val="500"/>
              </a:spcBef>
              <a:spcAft>
                <a:spcPts val="0"/>
              </a:spcAft>
              <a:buClr>
                <a:schemeClr val="dk1"/>
              </a:buClr>
              <a:buSzPts val="1600"/>
              <a:buNone/>
              <a:defRPr sz="1600"/>
            </a:lvl9pPr>
          </a:lstStyle>
          <a:p>
            <a:r>
              <a:rPr lang="en-US"/>
              <a:t>Click to edit Master subtitle style</a:t>
            </a:r>
            <a:endParaRPr/>
          </a:p>
        </p:txBody>
      </p:sp>
      <p:sp>
        <p:nvSpPr>
          <p:cNvPr id="850" name="Google Shape;850;p17"/>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1" name="Google Shape;851;p17"/>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2" name="Google Shape;852;p17"/>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3672530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type="secHead" preserve="1">
  <p:cSld name="Section Header">
    <p:spTree>
      <p:nvGrpSpPr>
        <p:cNvPr id="1" name="Shape 853"/>
        <p:cNvGrpSpPr/>
        <p:nvPr/>
      </p:nvGrpSpPr>
      <p:grpSpPr>
        <a:xfrm>
          <a:off x="0" y="0"/>
          <a:ext cx="0" cy="0"/>
          <a:chOff x="0" y="0"/>
          <a:chExt cx="0" cy="0"/>
        </a:xfrm>
      </p:grpSpPr>
      <p:sp>
        <p:nvSpPr>
          <p:cNvPr id="854" name="Google Shape;854;p18"/>
          <p:cNvSpPr txBox="1">
            <a:spLocks noGrp="1"/>
          </p:cNvSpPr>
          <p:nvPr>
            <p:ph type="title"/>
          </p:nvPr>
        </p:nvSpPr>
        <p:spPr>
          <a:xfrm>
            <a:off x="831851" y="1709740"/>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6000"/>
              <a:buFont typeface="Poppins"/>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855" name="Google Shape;855;p18"/>
          <p:cNvSpPr txBox="1">
            <a:spLocks noGrp="1"/>
          </p:cNvSpPr>
          <p:nvPr>
            <p:ph type="body" idx="1"/>
          </p:nvPr>
        </p:nvSpPr>
        <p:spPr>
          <a:xfrm>
            <a:off x="831851" y="4589465"/>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rgbClr val="888888"/>
              </a:buClr>
              <a:buSzPts val="2400"/>
              <a:buNone/>
              <a:defRPr sz="2400">
                <a:solidFill>
                  <a:srgbClr val="888888"/>
                </a:solidFill>
              </a:defRPr>
            </a:lvl1pPr>
            <a:lvl2pPr marL="914400" lvl="1" indent="-228600" algn="l" rtl="0">
              <a:lnSpc>
                <a:spcPct val="90000"/>
              </a:lnSpc>
              <a:spcBef>
                <a:spcPts val="500"/>
              </a:spcBef>
              <a:spcAft>
                <a:spcPts val="0"/>
              </a:spcAft>
              <a:buClr>
                <a:srgbClr val="888888"/>
              </a:buClr>
              <a:buSzPts val="2000"/>
              <a:buNone/>
              <a:defRPr sz="2000">
                <a:solidFill>
                  <a:srgbClr val="888888"/>
                </a:solidFill>
              </a:defRPr>
            </a:lvl2pPr>
            <a:lvl3pPr marL="1371600" lvl="2" indent="-228600" algn="l" rtl="0">
              <a:lnSpc>
                <a:spcPct val="90000"/>
              </a:lnSpc>
              <a:spcBef>
                <a:spcPts val="500"/>
              </a:spcBef>
              <a:spcAft>
                <a:spcPts val="0"/>
              </a:spcAft>
              <a:buClr>
                <a:srgbClr val="888888"/>
              </a:buClr>
              <a:buSzPts val="1800"/>
              <a:buNone/>
              <a:defRPr sz="1800">
                <a:solidFill>
                  <a:srgbClr val="888888"/>
                </a:solidFill>
              </a:defRPr>
            </a:lvl3pPr>
            <a:lvl4pPr marL="1828800" lvl="3" indent="-228600" algn="l" rtl="0">
              <a:lnSpc>
                <a:spcPct val="90000"/>
              </a:lnSpc>
              <a:spcBef>
                <a:spcPts val="500"/>
              </a:spcBef>
              <a:spcAft>
                <a:spcPts val="0"/>
              </a:spcAft>
              <a:buClr>
                <a:srgbClr val="888888"/>
              </a:buClr>
              <a:buSzPts val="1600"/>
              <a:buNone/>
              <a:defRPr sz="1600">
                <a:solidFill>
                  <a:srgbClr val="888888"/>
                </a:solidFill>
              </a:defRPr>
            </a:lvl4pPr>
            <a:lvl5pPr marL="2286000" lvl="4" indent="-228600" algn="l" rtl="0">
              <a:lnSpc>
                <a:spcPct val="90000"/>
              </a:lnSpc>
              <a:spcBef>
                <a:spcPts val="500"/>
              </a:spcBef>
              <a:spcAft>
                <a:spcPts val="0"/>
              </a:spcAft>
              <a:buClr>
                <a:srgbClr val="888888"/>
              </a:buClr>
              <a:buSzPts val="1600"/>
              <a:buNone/>
              <a:defRPr sz="1600">
                <a:solidFill>
                  <a:srgbClr val="888888"/>
                </a:solidFill>
              </a:defRPr>
            </a:lvl5pPr>
            <a:lvl6pPr marL="2743200" lvl="5" indent="-228600" algn="l" rtl="0">
              <a:lnSpc>
                <a:spcPct val="90000"/>
              </a:lnSpc>
              <a:spcBef>
                <a:spcPts val="500"/>
              </a:spcBef>
              <a:spcAft>
                <a:spcPts val="0"/>
              </a:spcAft>
              <a:buClr>
                <a:srgbClr val="888888"/>
              </a:buClr>
              <a:buSzPts val="1600"/>
              <a:buNone/>
              <a:defRPr sz="1600">
                <a:solidFill>
                  <a:srgbClr val="888888"/>
                </a:solidFill>
              </a:defRPr>
            </a:lvl6pPr>
            <a:lvl7pPr marL="3200400" lvl="6" indent="-228600" algn="l" rtl="0">
              <a:lnSpc>
                <a:spcPct val="90000"/>
              </a:lnSpc>
              <a:spcBef>
                <a:spcPts val="500"/>
              </a:spcBef>
              <a:spcAft>
                <a:spcPts val="0"/>
              </a:spcAft>
              <a:buClr>
                <a:srgbClr val="888888"/>
              </a:buClr>
              <a:buSzPts val="1600"/>
              <a:buNone/>
              <a:defRPr sz="1600">
                <a:solidFill>
                  <a:srgbClr val="888888"/>
                </a:solidFill>
              </a:defRPr>
            </a:lvl7pPr>
            <a:lvl8pPr marL="3657600" lvl="7" indent="-228600" algn="l" rtl="0">
              <a:lnSpc>
                <a:spcPct val="90000"/>
              </a:lnSpc>
              <a:spcBef>
                <a:spcPts val="500"/>
              </a:spcBef>
              <a:spcAft>
                <a:spcPts val="0"/>
              </a:spcAft>
              <a:buClr>
                <a:srgbClr val="888888"/>
              </a:buClr>
              <a:buSzPts val="1600"/>
              <a:buNone/>
              <a:defRPr sz="1600">
                <a:solidFill>
                  <a:srgbClr val="888888"/>
                </a:solidFill>
              </a:defRPr>
            </a:lvl8pPr>
            <a:lvl9pPr marL="4114800" lvl="8" indent="-228600" algn="l" rtl="0">
              <a:lnSpc>
                <a:spcPct val="90000"/>
              </a:lnSpc>
              <a:spcBef>
                <a:spcPts val="500"/>
              </a:spcBef>
              <a:spcAft>
                <a:spcPts val="0"/>
              </a:spcAft>
              <a:buClr>
                <a:srgbClr val="888888"/>
              </a:buClr>
              <a:buSzPts val="1600"/>
              <a:buNone/>
              <a:defRPr sz="1600">
                <a:solidFill>
                  <a:srgbClr val="888888"/>
                </a:solidFill>
              </a:defRPr>
            </a:lvl9pPr>
          </a:lstStyle>
          <a:p>
            <a:pPr lvl="0"/>
            <a:r>
              <a:rPr lang="en-US"/>
              <a:t>Click to edit Master text styles</a:t>
            </a:r>
          </a:p>
        </p:txBody>
      </p:sp>
      <p:sp>
        <p:nvSpPr>
          <p:cNvPr id="856" name="Google Shape;856;p18"/>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7" name="Google Shape;857;p18"/>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8" name="Google Shape;858;p18"/>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19048251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wo Content" type="twoObj" preserve="1">
  <p:cSld name="Two Content">
    <p:spTree>
      <p:nvGrpSpPr>
        <p:cNvPr id="1" name="Shape 859"/>
        <p:cNvGrpSpPr/>
        <p:nvPr/>
      </p:nvGrpSpPr>
      <p:grpSpPr>
        <a:xfrm>
          <a:off x="0" y="0"/>
          <a:ext cx="0" cy="0"/>
          <a:chOff x="0" y="0"/>
          <a:chExt cx="0" cy="0"/>
        </a:xfrm>
      </p:grpSpPr>
      <p:sp>
        <p:nvSpPr>
          <p:cNvPr id="860" name="Google Shape;860;p19"/>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861" name="Google Shape;861;p19"/>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862" name="Google Shape;862;p19"/>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863" name="Google Shape;863;p19"/>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64" name="Google Shape;864;p19"/>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65" name="Google Shape;865;p19"/>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229810687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mparison" type="twoTxTwoObj" preserve="1">
  <p:cSld name="Comparison">
    <p:spTree>
      <p:nvGrpSpPr>
        <p:cNvPr id="1" name="Shape 866"/>
        <p:cNvGrpSpPr/>
        <p:nvPr/>
      </p:nvGrpSpPr>
      <p:grpSpPr>
        <a:xfrm>
          <a:off x="0" y="0"/>
          <a:ext cx="0" cy="0"/>
          <a:chOff x="0" y="0"/>
          <a:chExt cx="0" cy="0"/>
        </a:xfrm>
      </p:grpSpPr>
      <p:sp>
        <p:nvSpPr>
          <p:cNvPr id="867" name="Google Shape;867;p20"/>
          <p:cNvSpPr txBox="1">
            <a:spLocks noGrp="1"/>
          </p:cNvSpPr>
          <p:nvPr>
            <p:ph type="title"/>
          </p:nvPr>
        </p:nvSpPr>
        <p:spPr>
          <a:xfrm>
            <a:off x="839788"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868" name="Google Shape;868;p20"/>
          <p:cNvSpPr txBox="1">
            <a:spLocks noGrp="1"/>
          </p:cNvSpPr>
          <p:nvPr>
            <p:ph type="body" idx="1"/>
          </p:nvPr>
        </p:nvSpPr>
        <p:spPr>
          <a:xfrm>
            <a:off x="839789" y="1681163"/>
            <a:ext cx="51579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pPr lvl="0"/>
            <a:r>
              <a:rPr lang="en-US"/>
              <a:t>Click to edit Master text styles</a:t>
            </a:r>
          </a:p>
        </p:txBody>
      </p:sp>
      <p:sp>
        <p:nvSpPr>
          <p:cNvPr id="869" name="Google Shape;869;p20"/>
          <p:cNvSpPr txBox="1">
            <a:spLocks noGrp="1"/>
          </p:cNvSpPr>
          <p:nvPr>
            <p:ph type="body" idx="2"/>
          </p:nvPr>
        </p:nvSpPr>
        <p:spPr>
          <a:xfrm>
            <a:off x="839789" y="2505075"/>
            <a:ext cx="51579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870" name="Google Shape;870;p20"/>
          <p:cNvSpPr txBox="1">
            <a:spLocks noGrp="1"/>
          </p:cNvSpPr>
          <p:nvPr>
            <p:ph type="body" idx="3"/>
          </p:nvPr>
        </p:nvSpPr>
        <p:spPr>
          <a:xfrm>
            <a:off x="6172201" y="1681163"/>
            <a:ext cx="51831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pPr lvl="0"/>
            <a:r>
              <a:rPr lang="en-US"/>
              <a:t>Click to edit Master text styles</a:t>
            </a:r>
          </a:p>
        </p:txBody>
      </p:sp>
      <p:sp>
        <p:nvSpPr>
          <p:cNvPr id="871" name="Google Shape;871;p20"/>
          <p:cNvSpPr txBox="1">
            <a:spLocks noGrp="1"/>
          </p:cNvSpPr>
          <p:nvPr>
            <p:ph type="body" idx="4"/>
          </p:nvPr>
        </p:nvSpPr>
        <p:spPr>
          <a:xfrm>
            <a:off x="6172201" y="2505075"/>
            <a:ext cx="51831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872" name="Google Shape;872;p20"/>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73" name="Google Shape;873;p20"/>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74" name="Google Shape;874;p20"/>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2443353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type="titleOnly" preserve="1">
  <p:cSld name="Title Only">
    <p:spTree>
      <p:nvGrpSpPr>
        <p:cNvPr id="1" name="Shape 875"/>
        <p:cNvGrpSpPr/>
        <p:nvPr/>
      </p:nvGrpSpPr>
      <p:grpSpPr>
        <a:xfrm>
          <a:off x="0" y="0"/>
          <a:ext cx="0" cy="0"/>
          <a:chOff x="0" y="0"/>
          <a:chExt cx="0" cy="0"/>
        </a:xfrm>
      </p:grpSpPr>
      <p:sp>
        <p:nvSpPr>
          <p:cNvPr id="876" name="Google Shape;876;p21"/>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877" name="Google Shape;877;p21"/>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78" name="Google Shape;878;p21"/>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79" name="Google Shape;879;p21"/>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245876347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reserve="1">
  <p:cSld name="Blank">
    <p:spTree>
      <p:nvGrpSpPr>
        <p:cNvPr id="1" name="Shape 880"/>
        <p:cNvGrpSpPr/>
        <p:nvPr/>
      </p:nvGrpSpPr>
      <p:grpSpPr>
        <a:xfrm>
          <a:off x="0" y="0"/>
          <a:ext cx="0" cy="0"/>
          <a:chOff x="0" y="0"/>
          <a:chExt cx="0" cy="0"/>
        </a:xfrm>
      </p:grpSpPr>
      <p:sp>
        <p:nvSpPr>
          <p:cNvPr id="881" name="Google Shape;881;p22"/>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82" name="Google Shape;882;p22"/>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83" name="Google Shape;883;p22"/>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394139409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ontent with Caption" type="objTx" preserve="1">
  <p:cSld name="Content with Caption">
    <p:spTree>
      <p:nvGrpSpPr>
        <p:cNvPr id="1" name="Shape 884"/>
        <p:cNvGrpSpPr/>
        <p:nvPr/>
      </p:nvGrpSpPr>
      <p:grpSpPr>
        <a:xfrm>
          <a:off x="0" y="0"/>
          <a:ext cx="0" cy="0"/>
          <a:chOff x="0" y="0"/>
          <a:chExt cx="0" cy="0"/>
        </a:xfrm>
      </p:grpSpPr>
      <p:sp>
        <p:nvSpPr>
          <p:cNvPr id="885" name="Google Shape;885;p23"/>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Poppins"/>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886" name="Google Shape;886;p23"/>
          <p:cNvSpPr txBox="1">
            <a:spLocks noGrp="1"/>
          </p:cNvSpPr>
          <p:nvPr>
            <p:ph type="body" idx="1"/>
          </p:nvPr>
        </p:nvSpPr>
        <p:spPr>
          <a:xfrm>
            <a:off x="5183188" y="987427"/>
            <a:ext cx="6172200" cy="4873500"/>
          </a:xfrm>
          <a:prstGeom prst="rect">
            <a:avLst/>
          </a:prstGeom>
          <a:noFill/>
          <a:ln>
            <a:noFill/>
          </a:ln>
        </p:spPr>
        <p:txBody>
          <a:bodyPr spcFirstLastPara="1" wrap="square" lIns="91425" tIns="45700" rIns="91425" bIns="45700" anchor="t" anchorCtr="0">
            <a:normAutofit/>
          </a:bodyPr>
          <a:lstStyle>
            <a:lvl1pPr marL="457200" lvl="0" indent="-431800" algn="l" rtl="0">
              <a:lnSpc>
                <a:spcPct val="90000"/>
              </a:lnSpc>
              <a:spcBef>
                <a:spcPts val="1000"/>
              </a:spcBef>
              <a:spcAft>
                <a:spcPts val="0"/>
              </a:spcAft>
              <a:buClr>
                <a:schemeClr val="dk1"/>
              </a:buClr>
              <a:buSzPts val="3200"/>
              <a:buChar char="•"/>
              <a:defRPr sz="3200"/>
            </a:lvl1pPr>
            <a:lvl2pPr marL="914400" lvl="1" indent="-406400" algn="l" rtl="0">
              <a:lnSpc>
                <a:spcPct val="90000"/>
              </a:lnSpc>
              <a:spcBef>
                <a:spcPts val="500"/>
              </a:spcBef>
              <a:spcAft>
                <a:spcPts val="0"/>
              </a:spcAft>
              <a:buClr>
                <a:schemeClr val="dk1"/>
              </a:buClr>
              <a:buSzPts val="2800"/>
              <a:buChar char="•"/>
              <a:defRPr sz="2800"/>
            </a:lvl2pPr>
            <a:lvl3pPr marL="1371600" lvl="2" indent="-381000" algn="l" rtl="0">
              <a:lnSpc>
                <a:spcPct val="90000"/>
              </a:lnSpc>
              <a:spcBef>
                <a:spcPts val="500"/>
              </a:spcBef>
              <a:spcAft>
                <a:spcPts val="0"/>
              </a:spcAft>
              <a:buClr>
                <a:schemeClr val="dk1"/>
              </a:buClr>
              <a:buSzPts val="2400"/>
              <a:buChar char="•"/>
              <a:defRPr sz="2400"/>
            </a:lvl3pPr>
            <a:lvl4pPr marL="1828800" lvl="3" indent="-355600" algn="l" rtl="0">
              <a:lnSpc>
                <a:spcPct val="90000"/>
              </a:lnSpc>
              <a:spcBef>
                <a:spcPts val="500"/>
              </a:spcBef>
              <a:spcAft>
                <a:spcPts val="0"/>
              </a:spcAft>
              <a:buClr>
                <a:schemeClr val="dk1"/>
              </a:buClr>
              <a:buSzPts val="2000"/>
              <a:buChar char="•"/>
              <a:defRPr sz="2000"/>
            </a:lvl4pPr>
            <a:lvl5pPr marL="2286000" lvl="4" indent="-355600" algn="l" rtl="0">
              <a:lnSpc>
                <a:spcPct val="90000"/>
              </a:lnSpc>
              <a:spcBef>
                <a:spcPts val="500"/>
              </a:spcBef>
              <a:spcAft>
                <a:spcPts val="0"/>
              </a:spcAft>
              <a:buClr>
                <a:schemeClr val="dk1"/>
              </a:buClr>
              <a:buSzPts val="2000"/>
              <a:buChar char="•"/>
              <a:defRPr sz="2000"/>
            </a:lvl5pPr>
            <a:lvl6pPr marL="2743200" lvl="5" indent="-355600" algn="l" rtl="0">
              <a:lnSpc>
                <a:spcPct val="90000"/>
              </a:lnSpc>
              <a:spcBef>
                <a:spcPts val="500"/>
              </a:spcBef>
              <a:spcAft>
                <a:spcPts val="0"/>
              </a:spcAft>
              <a:buClr>
                <a:schemeClr val="dk1"/>
              </a:buClr>
              <a:buSzPts val="2000"/>
              <a:buChar char="•"/>
              <a:defRPr sz="2000"/>
            </a:lvl6pPr>
            <a:lvl7pPr marL="3200400" lvl="6" indent="-355600" algn="l" rtl="0">
              <a:lnSpc>
                <a:spcPct val="90000"/>
              </a:lnSpc>
              <a:spcBef>
                <a:spcPts val="500"/>
              </a:spcBef>
              <a:spcAft>
                <a:spcPts val="0"/>
              </a:spcAft>
              <a:buClr>
                <a:schemeClr val="dk1"/>
              </a:buClr>
              <a:buSzPts val="2000"/>
              <a:buChar char="•"/>
              <a:defRPr sz="2000"/>
            </a:lvl7pPr>
            <a:lvl8pPr marL="3657600" lvl="7" indent="-355600" algn="l" rtl="0">
              <a:lnSpc>
                <a:spcPct val="90000"/>
              </a:lnSpc>
              <a:spcBef>
                <a:spcPts val="500"/>
              </a:spcBef>
              <a:spcAft>
                <a:spcPts val="0"/>
              </a:spcAft>
              <a:buClr>
                <a:schemeClr val="dk1"/>
              </a:buClr>
              <a:buSzPts val="2000"/>
              <a:buChar char="•"/>
              <a:defRPr sz="2000"/>
            </a:lvl8pPr>
            <a:lvl9pPr marL="4114800" lvl="8" indent="-355600" algn="l" rtl="0">
              <a:lnSpc>
                <a:spcPct val="90000"/>
              </a:lnSpc>
              <a:spcBef>
                <a:spcPts val="500"/>
              </a:spcBef>
              <a:spcAft>
                <a:spcPts val="0"/>
              </a:spcAft>
              <a:buClr>
                <a:schemeClr val="dk1"/>
              </a:buClr>
              <a:buSzPts val="2000"/>
              <a:buChar char="•"/>
              <a:defRPr sz="2000"/>
            </a:lvl9pPr>
          </a:lstStyle>
          <a:p>
            <a:pPr lvl="0"/>
            <a:r>
              <a:rPr lang="en-US"/>
              <a:t>Click to edit Master text styles</a:t>
            </a:r>
          </a:p>
        </p:txBody>
      </p:sp>
      <p:sp>
        <p:nvSpPr>
          <p:cNvPr id="887" name="Google Shape;887;p23"/>
          <p:cNvSpPr txBox="1">
            <a:spLocks noGrp="1"/>
          </p:cNvSpPr>
          <p:nvPr>
            <p:ph type="body" idx="2"/>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pPr lvl="0"/>
            <a:r>
              <a:rPr lang="en-US"/>
              <a:t>Click to edit Master text styles</a:t>
            </a:r>
          </a:p>
        </p:txBody>
      </p:sp>
      <p:sp>
        <p:nvSpPr>
          <p:cNvPr id="888" name="Google Shape;888;p23"/>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89" name="Google Shape;889;p23"/>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90" name="Google Shape;890;p23"/>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16080456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Picture with Caption" type="picTx" preserve="1">
  <p:cSld name="Picture with Caption">
    <p:spTree>
      <p:nvGrpSpPr>
        <p:cNvPr id="1" name="Shape 891"/>
        <p:cNvGrpSpPr/>
        <p:nvPr/>
      </p:nvGrpSpPr>
      <p:grpSpPr>
        <a:xfrm>
          <a:off x="0" y="0"/>
          <a:ext cx="0" cy="0"/>
          <a:chOff x="0" y="0"/>
          <a:chExt cx="0" cy="0"/>
        </a:xfrm>
      </p:grpSpPr>
      <p:sp>
        <p:nvSpPr>
          <p:cNvPr id="892" name="Google Shape;892;p24"/>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Poppins"/>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893" name="Google Shape;893;p24"/>
          <p:cNvSpPr>
            <a:spLocks noGrp="1"/>
          </p:cNvSpPr>
          <p:nvPr>
            <p:ph type="pic" idx="2"/>
          </p:nvPr>
        </p:nvSpPr>
        <p:spPr>
          <a:xfrm>
            <a:off x="5183188" y="987427"/>
            <a:ext cx="6172200" cy="4873500"/>
          </a:xfrm>
          <a:prstGeom prst="rect">
            <a:avLst/>
          </a:prstGeom>
          <a:noFill/>
          <a:ln>
            <a:noFill/>
          </a:ln>
        </p:spPr>
      </p:sp>
      <p:sp>
        <p:nvSpPr>
          <p:cNvPr id="894" name="Google Shape;894;p24"/>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pPr lvl="0"/>
            <a:r>
              <a:rPr lang="en-US"/>
              <a:t>Click to edit Master text styles</a:t>
            </a:r>
          </a:p>
        </p:txBody>
      </p:sp>
      <p:sp>
        <p:nvSpPr>
          <p:cNvPr id="895" name="Google Shape;895;p24"/>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96" name="Google Shape;896;p24"/>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97" name="Google Shape;897;p24"/>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386186496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Vertical Text" type="vertTx" preserve="1">
  <p:cSld name="Title and Vertical Text">
    <p:spTree>
      <p:nvGrpSpPr>
        <p:cNvPr id="1" name="Shape 898"/>
        <p:cNvGrpSpPr/>
        <p:nvPr/>
      </p:nvGrpSpPr>
      <p:grpSpPr>
        <a:xfrm>
          <a:off x="0" y="0"/>
          <a:ext cx="0" cy="0"/>
          <a:chOff x="0" y="0"/>
          <a:chExt cx="0" cy="0"/>
        </a:xfrm>
      </p:grpSpPr>
      <p:sp>
        <p:nvSpPr>
          <p:cNvPr id="899" name="Google Shape;899;p25"/>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900" name="Google Shape;900;p25"/>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901" name="Google Shape;901;p25"/>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02" name="Google Shape;902;p25"/>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03" name="Google Shape;903;p25"/>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216985159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Vertical Title and Text" type="vertTitleAndTx" preserve="1">
  <p:cSld name="Vertical Title and Text">
    <p:spTree>
      <p:nvGrpSpPr>
        <p:cNvPr id="1" name="Shape 904"/>
        <p:cNvGrpSpPr/>
        <p:nvPr/>
      </p:nvGrpSpPr>
      <p:grpSpPr>
        <a:xfrm>
          <a:off x="0" y="0"/>
          <a:ext cx="0" cy="0"/>
          <a:chOff x="0" y="0"/>
          <a:chExt cx="0" cy="0"/>
        </a:xfrm>
      </p:grpSpPr>
      <p:sp>
        <p:nvSpPr>
          <p:cNvPr id="905" name="Google Shape;905;p26"/>
          <p:cNvSpPr txBox="1">
            <a:spLocks noGrp="1"/>
          </p:cNvSpPr>
          <p:nvPr>
            <p:ph type="title"/>
          </p:nvPr>
        </p:nvSpPr>
        <p:spPr>
          <a:xfrm rot="5400000">
            <a:off x="7133401" y="1956625"/>
            <a:ext cx="5811900" cy="26289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906" name="Google Shape;906;p26"/>
          <p:cNvSpPr txBox="1">
            <a:spLocks noGrp="1"/>
          </p:cNvSpPr>
          <p:nvPr>
            <p:ph type="body" idx="1"/>
          </p:nvPr>
        </p:nvSpPr>
        <p:spPr>
          <a:xfrm rot="5400000">
            <a:off x="1799401" y="-596075"/>
            <a:ext cx="5811900" cy="77343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907" name="Google Shape;907;p26"/>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08" name="Google Shape;908;p26"/>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09" name="Google Shape;909;p26"/>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98153806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3293745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Slide" preserve="1">
  <p:cSld name="Title Slide">
    <p:spTree>
      <p:nvGrpSpPr>
        <p:cNvPr id="1" name="Shape 919"/>
        <p:cNvGrpSpPr/>
        <p:nvPr/>
      </p:nvGrpSpPr>
      <p:grpSpPr>
        <a:xfrm>
          <a:off x="0" y="0"/>
          <a:ext cx="0" cy="0"/>
          <a:chOff x="0" y="0"/>
          <a:chExt cx="0" cy="0"/>
        </a:xfrm>
      </p:grpSpPr>
      <p:sp>
        <p:nvSpPr>
          <p:cNvPr id="920" name="Google Shape;920;p28"/>
          <p:cNvSpPr txBox="1">
            <a:spLocks noGrp="1"/>
          </p:cNvSpPr>
          <p:nvPr>
            <p:ph type="ctrTitle"/>
          </p:nvPr>
        </p:nvSpPr>
        <p:spPr>
          <a:xfrm>
            <a:off x="3482340" y="3911285"/>
            <a:ext cx="9144000" cy="12780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lt1"/>
              </a:buClr>
              <a:buSzPts val="6000"/>
              <a:buFont typeface="Garamond"/>
              <a:buNone/>
              <a:defRPr sz="6000">
                <a:solidFill>
                  <a:schemeClr val="lt1"/>
                </a:solidFill>
                <a:latin typeface="Garamond"/>
                <a:ea typeface="Garamond"/>
                <a:cs typeface="Garamond"/>
                <a:sym typeface="Garamo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Tree>
    <p:extLst>
      <p:ext uri="{BB962C8B-B14F-4D97-AF65-F5344CB8AC3E}">
        <p14:creationId xmlns:p14="http://schemas.microsoft.com/office/powerpoint/2010/main" val="291531470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6139603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Slide" preserve="1">
  <p:cSld name="Title Slide">
    <p:spTree>
      <p:nvGrpSpPr>
        <p:cNvPr id="1" name="Shape 933"/>
        <p:cNvGrpSpPr/>
        <p:nvPr/>
      </p:nvGrpSpPr>
      <p:grpSpPr>
        <a:xfrm>
          <a:off x="0" y="0"/>
          <a:ext cx="0" cy="0"/>
          <a:chOff x="0" y="0"/>
          <a:chExt cx="0" cy="0"/>
        </a:xfrm>
      </p:grpSpPr>
      <p:sp>
        <p:nvSpPr>
          <p:cNvPr id="934" name="Google Shape;934;p30"/>
          <p:cNvSpPr txBox="1">
            <a:spLocks noGrp="1"/>
          </p:cNvSpPr>
          <p:nvPr>
            <p:ph type="ctrTitle"/>
          </p:nvPr>
        </p:nvSpPr>
        <p:spPr>
          <a:xfrm>
            <a:off x="3482340" y="3911285"/>
            <a:ext cx="9144000" cy="12780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lt1"/>
              </a:buClr>
              <a:buSzPts val="6000"/>
              <a:buFont typeface="Garamond"/>
              <a:buNone/>
              <a:defRPr sz="6000">
                <a:solidFill>
                  <a:schemeClr val="lt1"/>
                </a:solidFill>
                <a:latin typeface="Garamond"/>
                <a:ea typeface="Garamond"/>
                <a:cs typeface="Garamond"/>
                <a:sym typeface="Garamo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Tree>
    <p:extLst>
      <p:ext uri="{BB962C8B-B14F-4D97-AF65-F5344CB8AC3E}">
        <p14:creationId xmlns:p14="http://schemas.microsoft.com/office/powerpoint/2010/main" val="330239030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1_Title Slide" type="title" preserve="1">
  <p:cSld name="1_Title Slide">
    <p:spTree>
      <p:nvGrpSpPr>
        <p:cNvPr id="1" name="Shape 935"/>
        <p:cNvGrpSpPr/>
        <p:nvPr/>
      </p:nvGrpSpPr>
      <p:grpSpPr>
        <a:xfrm>
          <a:off x="0" y="0"/>
          <a:ext cx="0" cy="0"/>
          <a:chOff x="0" y="0"/>
          <a:chExt cx="0" cy="0"/>
        </a:xfrm>
      </p:grpSpPr>
      <p:sp>
        <p:nvSpPr>
          <p:cNvPr id="936" name="Google Shape;936;p31"/>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6000"/>
              <a:buFont typeface="Poppins"/>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937" name="Google Shape;937;p31"/>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1000"/>
              </a:spcBef>
              <a:spcAft>
                <a:spcPts val="0"/>
              </a:spcAft>
              <a:buClr>
                <a:schemeClr val="dk1"/>
              </a:buClr>
              <a:buSzPts val="2400"/>
              <a:buNone/>
              <a:defRPr sz="2400"/>
            </a:lvl1pPr>
            <a:lvl2pPr lvl="1" algn="ctr" rtl="0">
              <a:lnSpc>
                <a:spcPct val="90000"/>
              </a:lnSpc>
              <a:spcBef>
                <a:spcPts val="500"/>
              </a:spcBef>
              <a:spcAft>
                <a:spcPts val="0"/>
              </a:spcAft>
              <a:buClr>
                <a:schemeClr val="dk1"/>
              </a:buClr>
              <a:buSzPts val="2000"/>
              <a:buNone/>
              <a:defRPr sz="2000"/>
            </a:lvl2pPr>
            <a:lvl3pPr lvl="2" algn="ctr" rtl="0">
              <a:lnSpc>
                <a:spcPct val="90000"/>
              </a:lnSpc>
              <a:spcBef>
                <a:spcPts val="500"/>
              </a:spcBef>
              <a:spcAft>
                <a:spcPts val="0"/>
              </a:spcAft>
              <a:buClr>
                <a:schemeClr val="dk1"/>
              </a:buClr>
              <a:buSzPts val="1800"/>
              <a:buNone/>
              <a:defRPr sz="1800"/>
            </a:lvl3pPr>
            <a:lvl4pPr lvl="3" algn="ctr" rtl="0">
              <a:lnSpc>
                <a:spcPct val="90000"/>
              </a:lnSpc>
              <a:spcBef>
                <a:spcPts val="500"/>
              </a:spcBef>
              <a:spcAft>
                <a:spcPts val="0"/>
              </a:spcAft>
              <a:buClr>
                <a:schemeClr val="dk1"/>
              </a:buClr>
              <a:buSzPts val="1600"/>
              <a:buNone/>
              <a:defRPr sz="1600"/>
            </a:lvl4pPr>
            <a:lvl5pPr lvl="4" algn="ctr" rtl="0">
              <a:lnSpc>
                <a:spcPct val="90000"/>
              </a:lnSpc>
              <a:spcBef>
                <a:spcPts val="500"/>
              </a:spcBef>
              <a:spcAft>
                <a:spcPts val="0"/>
              </a:spcAft>
              <a:buClr>
                <a:schemeClr val="dk1"/>
              </a:buClr>
              <a:buSzPts val="1600"/>
              <a:buNone/>
              <a:defRPr sz="1600"/>
            </a:lvl5pPr>
            <a:lvl6pPr lvl="5" algn="ctr" rtl="0">
              <a:lnSpc>
                <a:spcPct val="90000"/>
              </a:lnSpc>
              <a:spcBef>
                <a:spcPts val="500"/>
              </a:spcBef>
              <a:spcAft>
                <a:spcPts val="0"/>
              </a:spcAft>
              <a:buClr>
                <a:schemeClr val="dk1"/>
              </a:buClr>
              <a:buSzPts val="1600"/>
              <a:buNone/>
              <a:defRPr sz="1600"/>
            </a:lvl6pPr>
            <a:lvl7pPr lvl="6" algn="ctr" rtl="0">
              <a:lnSpc>
                <a:spcPct val="90000"/>
              </a:lnSpc>
              <a:spcBef>
                <a:spcPts val="500"/>
              </a:spcBef>
              <a:spcAft>
                <a:spcPts val="0"/>
              </a:spcAft>
              <a:buClr>
                <a:schemeClr val="dk1"/>
              </a:buClr>
              <a:buSzPts val="1600"/>
              <a:buNone/>
              <a:defRPr sz="1600"/>
            </a:lvl7pPr>
            <a:lvl8pPr lvl="7" algn="ctr" rtl="0">
              <a:lnSpc>
                <a:spcPct val="90000"/>
              </a:lnSpc>
              <a:spcBef>
                <a:spcPts val="500"/>
              </a:spcBef>
              <a:spcAft>
                <a:spcPts val="0"/>
              </a:spcAft>
              <a:buClr>
                <a:schemeClr val="dk1"/>
              </a:buClr>
              <a:buSzPts val="1600"/>
              <a:buNone/>
              <a:defRPr sz="1600"/>
            </a:lvl8pPr>
            <a:lvl9pPr lvl="8" algn="ctr" rtl="0">
              <a:lnSpc>
                <a:spcPct val="90000"/>
              </a:lnSpc>
              <a:spcBef>
                <a:spcPts val="500"/>
              </a:spcBef>
              <a:spcAft>
                <a:spcPts val="0"/>
              </a:spcAft>
              <a:buClr>
                <a:schemeClr val="dk1"/>
              </a:buClr>
              <a:buSzPts val="1600"/>
              <a:buNone/>
              <a:defRPr sz="1600"/>
            </a:lvl9pPr>
          </a:lstStyle>
          <a:p>
            <a:r>
              <a:rPr lang="en-US"/>
              <a:t>Click to edit Master subtitle style</a:t>
            </a:r>
            <a:endParaRPr/>
          </a:p>
        </p:txBody>
      </p:sp>
      <p:sp>
        <p:nvSpPr>
          <p:cNvPr id="938" name="Google Shape;938;p31"/>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39" name="Google Shape;939;p31"/>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40" name="Google Shape;940;p31"/>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336082584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Slide" type="title" preserve="1">
  <p:cSld name="Title Slide">
    <p:spTree>
      <p:nvGrpSpPr>
        <p:cNvPr id="1" name="Shape 950"/>
        <p:cNvGrpSpPr/>
        <p:nvPr/>
      </p:nvGrpSpPr>
      <p:grpSpPr>
        <a:xfrm>
          <a:off x="0" y="0"/>
          <a:ext cx="0" cy="0"/>
          <a:chOff x="0" y="0"/>
          <a:chExt cx="0" cy="0"/>
        </a:xfrm>
      </p:grpSpPr>
      <p:sp>
        <p:nvSpPr>
          <p:cNvPr id="951" name="Google Shape;951;p33"/>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6000"/>
              <a:buFont typeface="Poppins"/>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952" name="Google Shape;952;p33"/>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1000"/>
              </a:spcBef>
              <a:spcAft>
                <a:spcPts val="0"/>
              </a:spcAft>
              <a:buClr>
                <a:schemeClr val="dk1"/>
              </a:buClr>
              <a:buSzPts val="2400"/>
              <a:buNone/>
              <a:defRPr sz="2400"/>
            </a:lvl1pPr>
            <a:lvl2pPr lvl="1" algn="ctr" rtl="0">
              <a:lnSpc>
                <a:spcPct val="90000"/>
              </a:lnSpc>
              <a:spcBef>
                <a:spcPts val="500"/>
              </a:spcBef>
              <a:spcAft>
                <a:spcPts val="0"/>
              </a:spcAft>
              <a:buClr>
                <a:schemeClr val="dk1"/>
              </a:buClr>
              <a:buSzPts val="2000"/>
              <a:buNone/>
              <a:defRPr sz="2000"/>
            </a:lvl2pPr>
            <a:lvl3pPr lvl="2" algn="ctr" rtl="0">
              <a:lnSpc>
                <a:spcPct val="90000"/>
              </a:lnSpc>
              <a:spcBef>
                <a:spcPts val="500"/>
              </a:spcBef>
              <a:spcAft>
                <a:spcPts val="0"/>
              </a:spcAft>
              <a:buClr>
                <a:schemeClr val="dk1"/>
              </a:buClr>
              <a:buSzPts val="1800"/>
              <a:buNone/>
              <a:defRPr sz="1800"/>
            </a:lvl3pPr>
            <a:lvl4pPr lvl="3" algn="ctr" rtl="0">
              <a:lnSpc>
                <a:spcPct val="90000"/>
              </a:lnSpc>
              <a:spcBef>
                <a:spcPts val="500"/>
              </a:spcBef>
              <a:spcAft>
                <a:spcPts val="0"/>
              </a:spcAft>
              <a:buClr>
                <a:schemeClr val="dk1"/>
              </a:buClr>
              <a:buSzPts val="1600"/>
              <a:buNone/>
              <a:defRPr sz="1600"/>
            </a:lvl4pPr>
            <a:lvl5pPr lvl="4" algn="ctr" rtl="0">
              <a:lnSpc>
                <a:spcPct val="90000"/>
              </a:lnSpc>
              <a:spcBef>
                <a:spcPts val="500"/>
              </a:spcBef>
              <a:spcAft>
                <a:spcPts val="0"/>
              </a:spcAft>
              <a:buClr>
                <a:schemeClr val="dk1"/>
              </a:buClr>
              <a:buSzPts val="1600"/>
              <a:buNone/>
              <a:defRPr sz="1600"/>
            </a:lvl5pPr>
            <a:lvl6pPr lvl="5" algn="ctr" rtl="0">
              <a:lnSpc>
                <a:spcPct val="90000"/>
              </a:lnSpc>
              <a:spcBef>
                <a:spcPts val="500"/>
              </a:spcBef>
              <a:spcAft>
                <a:spcPts val="0"/>
              </a:spcAft>
              <a:buClr>
                <a:schemeClr val="dk1"/>
              </a:buClr>
              <a:buSzPts val="1600"/>
              <a:buNone/>
              <a:defRPr sz="1600"/>
            </a:lvl6pPr>
            <a:lvl7pPr lvl="6" algn="ctr" rtl="0">
              <a:lnSpc>
                <a:spcPct val="90000"/>
              </a:lnSpc>
              <a:spcBef>
                <a:spcPts val="500"/>
              </a:spcBef>
              <a:spcAft>
                <a:spcPts val="0"/>
              </a:spcAft>
              <a:buClr>
                <a:schemeClr val="dk1"/>
              </a:buClr>
              <a:buSzPts val="1600"/>
              <a:buNone/>
              <a:defRPr sz="1600"/>
            </a:lvl7pPr>
            <a:lvl8pPr lvl="7" algn="ctr" rtl="0">
              <a:lnSpc>
                <a:spcPct val="90000"/>
              </a:lnSpc>
              <a:spcBef>
                <a:spcPts val="500"/>
              </a:spcBef>
              <a:spcAft>
                <a:spcPts val="0"/>
              </a:spcAft>
              <a:buClr>
                <a:schemeClr val="dk1"/>
              </a:buClr>
              <a:buSzPts val="1600"/>
              <a:buNone/>
              <a:defRPr sz="1600"/>
            </a:lvl8pPr>
            <a:lvl9pPr lvl="8" algn="ctr" rtl="0">
              <a:lnSpc>
                <a:spcPct val="90000"/>
              </a:lnSpc>
              <a:spcBef>
                <a:spcPts val="500"/>
              </a:spcBef>
              <a:spcAft>
                <a:spcPts val="0"/>
              </a:spcAft>
              <a:buClr>
                <a:schemeClr val="dk1"/>
              </a:buClr>
              <a:buSzPts val="1600"/>
              <a:buNone/>
              <a:defRPr sz="1600"/>
            </a:lvl9pPr>
          </a:lstStyle>
          <a:p>
            <a:r>
              <a:rPr lang="en-US"/>
              <a:t>Click to edit Master subtitle style</a:t>
            </a:r>
            <a:endParaRPr/>
          </a:p>
        </p:txBody>
      </p:sp>
      <p:sp>
        <p:nvSpPr>
          <p:cNvPr id="953" name="Google Shape;953;p33"/>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54" name="Google Shape;954;p33"/>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55" name="Google Shape;955;p33"/>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400552646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Content" type="obj" preserve="1">
  <p:cSld name="Title and Content">
    <p:spTree>
      <p:nvGrpSpPr>
        <p:cNvPr id="1" name="Shape 956"/>
        <p:cNvGrpSpPr/>
        <p:nvPr/>
      </p:nvGrpSpPr>
      <p:grpSpPr>
        <a:xfrm>
          <a:off x="0" y="0"/>
          <a:ext cx="0" cy="0"/>
          <a:chOff x="0" y="0"/>
          <a:chExt cx="0" cy="0"/>
        </a:xfrm>
      </p:grpSpPr>
      <p:sp>
        <p:nvSpPr>
          <p:cNvPr id="957" name="Google Shape;957;p34"/>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958" name="Google Shape;958;p34"/>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406400" algn="l" rtl="0">
              <a:lnSpc>
                <a:spcPct val="90000"/>
              </a:lnSpc>
              <a:spcBef>
                <a:spcPts val="1000"/>
              </a:spcBef>
              <a:spcAft>
                <a:spcPts val="0"/>
              </a:spcAft>
              <a:buClr>
                <a:schemeClr val="dk1"/>
              </a:buClr>
              <a:buSzPts val="2800"/>
              <a:buChar char="•"/>
              <a:defRPr>
                <a:latin typeface="Avenir"/>
                <a:ea typeface="Avenir"/>
                <a:cs typeface="Avenir"/>
                <a:sym typeface="Avenir"/>
              </a:defRPr>
            </a:lvl1pPr>
            <a:lvl2pPr marL="914400" lvl="1" indent="-381000" algn="l" rtl="0">
              <a:lnSpc>
                <a:spcPct val="90000"/>
              </a:lnSpc>
              <a:spcBef>
                <a:spcPts val="500"/>
              </a:spcBef>
              <a:spcAft>
                <a:spcPts val="0"/>
              </a:spcAft>
              <a:buClr>
                <a:schemeClr val="dk1"/>
              </a:buClr>
              <a:buSzPts val="2400"/>
              <a:buChar char="•"/>
              <a:defRPr>
                <a:latin typeface="Avenir"/>
                <a:ea typeface="Avenir"/>
                <a:cs typeface="Avenir"/>
                <a:sym typeface="Avenir"/>
              </a:defRPr>
            </a:lvl2pPr>
            <a:lvl3pPr marL="1371600" lvl="2" indent="-355600" algn="l" rtl="0">
              <a:lnSpc>
                <a:spcPct val="90000"/>
              </a:lnSpc>
              <a:spcBef>
                <a:spcPts val="500"/>
              </a:spcBef>
              <a:spcAft>
                <a:spcPts val="0"/>
              </a:spcAft>
              <a:buClr>
                <a:schemeClr val="dk1"/>
              </a:buClr>
              <a:buSzPts val="2000"/>
              <a:buChar char="•"/>
              <a:defRPr>
                <a:latin typeface="Avenir"/>
                <a:ea typeface="Avenir"/>
                <a:cs typeface="Avenir"/>
                <a:sym typeface="Avenir"/>
              </a:defRPr>
            </a:lvl3pPr>
            <a:lvl4pPr marL="1828800" lvl="3" indent="-342900" algn="l" rtl="0">
              <a:lnSpc>
                <a:spcPct val="90000"/>
              </a:lnSpc>
              <a:spcBef>
                <a:spcPts val="500"/>
              </a:spcBef>
              <a:spcAft>
                <a:spcPts val="0"/>
              </a:spcAft>
              <a:buClr>
                <a:schemeClr val="dk1"/>
              </a:buClr>
              <a:buSzPts val="1800"/>
              <a:buChar char="•"/>
              <a:defRPr>
                <a:latin typeface="Avenir"/>
                <a:ea typeface="Avenir"/>
                <a:cs typeface="Avenir"/>
                <a:sym typeface="Avenir"/>
              </a:defRPr>
            </a:lvl4pPr>
            <a:lvl5pPr marL="2286000" lvl="4" indent="-342900" algn="l" rtl="0">
              <a:lnSpc>
                <a:spcPct val="90000"/>
              </a:lnSpc>
              <a:spcBef>
                <a:spcPts val="500"/>
              </a:spcBef>
              <a:spcAft>
                <a:spcPts val="0"/>
              </a:spcAft>
              <a:buClr>
                <a:schemeClr val="dk1"/>
              </a:buClr>
              <a:buSzPts val="1800"/>
              <a:buChar char="•"/>
              <a:defRPr>
                <a:latin typeface="Avenir"/>
                <a:ea typeface="Avenir"/>
                <a:cs typeface="Avenir"/>
                <a:sym typeface="Aveni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959" name="Google Shape;959;p34"/>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60" name="Google Shape;960;p34"/>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61" name="Google Shape;961;p34"/>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351764857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Section Header" type="secHead" preserve="1">
  <p:cSld name="Section Header">
    <p:spTree>
      <p:nvGrpSpPr>
        <p:cNvPr id="1" name="Shape 962"/>
        <p:cNvGrpSpPr/>
        <p:nvPr/>
      </p:nvGrpSpPr>
      <p:grpSpPr>
        <a:xfrm>
          <a:off x="0" y="0"/>
          <a:ext cx="0" cy="0"/>
          <a:chOff x="0" y="0"/>
          <a:chExt cx="0" cy="0"/>
        </a:xfrm>
      </p:grpSpPr>
      <p:sp>
        <p:nvSpPr>
          <p:cNvPr id="963" name="Google Shape;963;p35"/>
          <p:cNvSpPr txBox="1">
            <a:spLocks noGrp="1"/>
          </p:cNvSpPr>
          <p:nvPr>
            <p:ph type="title"/>
          </p:nvPr>
        </p:nvSpPr>
        <p:spPr>
          <a:xfrm>
            <a:off x="831851" y="1709740"/>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6000"/>
              <a:buFont typeface="Poppins"/>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964" name="Google Shape;964;p35"/>
          <p:cNvSpPr txBox="1">
            <a:spLocks noGrp="1"/>
          </p:cNvSpPr>
          <p:nvPr>
            <p:ph type="body" idx="1"/>
          </p:nvPr>
        </p:nvSpPr>
        <p:spPr>
          <a:xfrm>
            <a:off x="831851" y="4589465"/>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rgbClr val="888888"/>
              </a:buClr>
              <a:buSzPts val="2400"/>
              <a:buNone/>
              <a:defRPr sz="2400">
                <a:solidFill>
                  <a:srgbClr val="888888"/>
                </a:solidFill>
              </a:defRPr>
            </a:lvl1pPr>
            <a:lvl2pPr marL="914400" lvl="1" indent="-228600" algn="l" rtl="0">
              <a:lnSpc>
                <a:spcPct val="90000"/>
              </a:lnSpc>
              <a:spcBef>
                <a:spcPts val="500"/>
              </a:spcBef>
              <a:spcAft>
                <a:spcPts val="0"/>
              </a:spcAft>
              <a:buClr>
                <a:srgbClr val="888888"/>
              </a:buClr>
              <a:buSzPts val="2000"/>
              <a:buNone/>
              <a:defRPr sz="2000">
                <a:solidFill>
                  <a:srgbClr val="888888"/>
                </a:solidFill>
              </a:defRPr>
            </a:lvl2pPr>
            <a:lvl3pPr marL="1371600" lvl="2" indent="-228600" algn="l" rtl="0">
              <a:lnSpc>
                <a:spcPct val="90000"/>
              </a:lnSpc>
              <a:spcBef>
                <a:spcPts val="500"/>
              </a:spcBef>
              <a:spcAft>
                <a:spcPts val="0"/>
              </a:spcAft>
              <a:buClr>
                <a:srgbClr val="888888"/>
              </a:buClr>
              <a:buSzPts val="1800"/>
              <a:buNone/>
              <a:defRPr sz="1800">
                <a:solidFill>
                  <a:srgbClr val="888888"/>
                </a:solidFill>
              </a:defRPr>
            </a:lvl3pPr>
            <a:lvl4pPr marL="1828800" lvl="3" indent="-228600" algn="l" rtl="0">
              <a:lnSpc>
                <a:spcPct val="90000"/>
              </a:lnSpc>
              <a:spcBef>
                <a:spcPts val="500"/>
              </a:spcBef>
              <a:spcAft>
                <a:spcPts val="0"/>
              </a:spcAft>
              <a:buClr>
                <a:srgbClr val="888888"/>
              </a:buClr>
              <a:buSzPts val="1600"/>
              <a:buNone/>
              <a:defRPr sz="1600">
                <a:solidFill>
                  <a:srgbClr val="888888"/>
                </a:solidFill>
              </a:defRPr>
            </a:lvl4pPr>
            <a:lvl5pPr marL="2286000" lvl="4" indent="-228600" algn="l" rtl="0">
              <a:lnSpc>
                <a:spcPct val="90000"/>
              </a:lnSpc>
              <a:spcBef>
                <a:spcPts val="500"/>
              </a:spcBef>
              <a:spcAft>
                <a:spcPts val="0"/>
              </a:spcAft>
              <a:buClr>
                <a:srgbClr val="888888"/>
              </a:buClr>
              <a:buSzPts val="1600"/>
              <a:buNone/>
              <a:defRPr sz="1600">
                <a:solidFill>
                  <a:srgbClr val="888888"/>
                </a:solidFill>
              </a:defRPr>
            </a:lvl5pPr>
            <a:lvl6pPr marL="2743200" lvl="5" indent="-228600" algn="l" rtl="0">
              <a:lnSpc>
                <a:spcPct val="90000"/>
              </a:lnSpc>
              <a:spcBef>
                <a:spcPts val="500"/>
              </a:spcBef>
              <a:spcAft>
                <a:spcPts val="0"/>
              </a:spcAft>
              <a:buClr>
                <a:srgbClr val="888888"/>
              </a:buClr>
              <a:buSzPts val="1600"/>
              <a:buNone/>
              <a:defRPr sz="1600">
                <a:solidFill>
                  <a:srgbClr val="888888"/>
                </a:solidFill>
              </a:defRPr>
            </a:lvl6pPr>
            <a:lvl7pPr marL="3200400" lvl="6" indent="-228600" algn="l" rtl="0">
              <a:lnSpc>
                <a:spcPct val="90000"/>
              </a:lnSpc>
              <a:spcBef>
                <a:spcPts val="500"/>
              </a:spcBef>
              <a:spcAft>
                <a:spcPts val="0"/>
              </a:spcAft>
              <a:buClr>
                <a:srgbClr val="888888"/>
              </a:buClr>
              <a:buSzPts val="1600"/>
              <a:buNone/>
              <a:defRPr sz="1600">
                <a:solidFill>
                  <a:srgbClr val="888888"/>
                </a:solidFill>
              </a:defRPr>
            </a:lvl7pPr>
            <a:lvl8pPr marL="3657600" lvl="7" indent="-228600" algn="l" rtl="0">
              <a:lnSpc>
                <a:spcPct val="90000"/>
              </a:lnSpc>
              <a:spcBef>
                <a:spcPts val="500"/>
              </a:spcBef>
              <a:spcAft>
                <a:spcPts val="0"/>
              </a:spcAft>
              <a:buClr>
                <a:srgbClr val="888888"/>
              </a:buClr>
              <a:buSzPts val="1600"/>
              <a:buNone/>
              <a:defRPr sz="1600">
                <a:solidFill>
                  <a:srgbClr val="888888"/>
                </a:solidFill>
              </a:defRPr>
            </a:lvl8pPr>
            <a:lvl9pPr marL="4114800" lvl="8" indent="-228600" algn="l" rtl="0">
              <a:lnSpc>
                <a:spcPct val="90000"/>
              </a:lnSpc>
              <a:spcBef>
                <a:spcPts val="500"/>
              </a:spcBef>
              <a:spcAft>
                <a:spcPts val="0"/>
              </a:spcAft>
              <a:buClr>
                <a:srgbClr val="888888"/>
              </a:buClr>
              <a:buSzPts val="1600"/>
              <a:buNone/>
              <a:defRPr sz="1600">
                <a:solidFill>
                  <a:srgbClr val="888888"/>
                </a:solidFill>
              </a:defRPr>
            </a:lvl9pPr>
          </a:lstStyle>
          <a:p>
            <a:pPr lvl="0"/>
            <a:r>
              <a:rPr lang="en-US"/>
              <a:t>Click to edit Master text styles</a:t>
            </a:r>
          </a:p>
        </p:txBody>
      </p:sp>
      <p:sp>
        <p:nvSpPr>
          <p:cNvPr id="965" name="Google Shape;965;p35"/>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66" name="Google Shape;966;p35"/>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67" name="Google Shape;967;p35"/>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236587660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wo Content" type="twoObj" preserve="1">
  <p:cSld name="Two Content">
    <p:spTree>
      <p:nvGrpSpPr>
        <p:cNvPr id="1" name="Shape 968"/>
        <p:cNvGrpSpPr/>
        <p:nvPr/>
      </p:nvGrpSpPr>
      <p:grpSpPr>
        <a:xfrm>
          <a:off x="0" y="0"/>
          <a:ext cx="0" cy="0"/>
          <a:chOff x="0" y="0"/>
          <a:chExt cx="0" cy="0"/>
        </a:xfrm>
      </p:grpSpPr>
      <p:sp>
        <p:nvSpPr>
          <p:cNvPr id="969" name="Google Shape;969;p36"/>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970" name="Google Shape;970;p36"/>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971" name="Google Shape;971;p36"/>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972" name="Google Shape;972;p36"/>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73" name="Google Shape;973;p36"/>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74" name="Google Shape;974;p36"/>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65019233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Comparison" type="twoTxTwoObj" preserve="1">
  <p:cSld name="Comparison">
    <p:spTree>
      <p:nvGrpSpPr>
        <p:cNvPr id="1" name="Shape 975"/>
        <p:cNvGrpSpPr/>
        <p:nvPr/>
      </p:nvGrpSpPr>
      <p:grpSpPr>
        <a:xfrm>
          <a:off x="0" y="0"/>
          <a:ext cx="0" cy="0"/>
          <a:chOff x="0" y="0"/>
          <a:chExt cx="0" cy="0"/>
        </a:xfrm>
      </p:grpSpPr>
      <p:sp>
        <p:nvSpPr>
          <p:cNvPr id="976" name="Google Shape;976;p37"/>
          <p:cNvSpPr txBox="1">
            <a:spLocks noGrp="1"/>
          </p:cNvSpPr>
          <p:nvPr>
            <p:ph type="title"/>
          </p:nvPr>
        </p:nvSpPr>
        <p:spPr>
          <a:xfrm>
            <a:off x="839788"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977" name="Google Shape;977;p37"/>
          <p:cNvSpPr txBox="1">
            <a:spLocks noGrp="1"/>
          </p:cNvSpPr>
          <p:nvPr>
            <p:ph type="body" idx="1"/>
          </p:nvPr>
        </p:nvSpPr>
        <p:spPr>
          <a:xfrm>
            <a:off x="839789" y="1681163"/>
            <a:ext cx="51579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pPr lvl="0"/>
            <a:r>
              <a:rPr lang="en-US"/>
              <a:t>Click to edit Master text styles</a:t>
            </a:r>
          </a:p>
        </p:txBody>
      </p:sp>
      <p:sp>
        <p:nvSpPr>
          <p:cNvPr id="978" name="Google Shape;978;p37"/>
          <p:cNvSpPr txBox="1">
            <a:spLocks noGrp="1"/>
          </p:cNvSpPr>
          <p:nvPr>
            <p:ph type="body" idx="2"/>
          </p:nvPr>
        </p:nvSpPr>
        <p:spPr>
          <a:xfrm>
            <a:off x="839789" y="2505075"/>
            <a:ext cx="51579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979" name="Google Shape;979;p37"/>
          <p:cNvSpPr txBox="1">
            <a:spLocks noGrp="1"/>
          </p:cNvSpPr>
          <p:nvPr>
            <p:ph type="body" idx="3"/>
          </p:nvPr>
        </p:nvSpPr>
        <p:spPr>
          <a:xfrm>
            <a:off x="6172201" y="1681163"/>
            <a:ext cx="51831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pPr lvl="0"/>
            <a:r>
              <a:rPr lang="en-US"/>
              <a:t>Click to edit Master text styles</a:t>
            </a:r>
          </a:p>
        </p:txBody>
      </p:sp>
      <p:sp>
        <p:nvSpPr>
          <p:cNvPr id="980" name="Google Shape;980;p37"/>
          <p:cNvSpPr txBox="1">
            <a:spLocks noGrp="1"/>
          </p:cNvSpPr>
          <p:nvPr>
            <p:ph type="body" idx="4"/>
          </p:nvPr>
        </p:nvSpPr>
        <p:spPr>
          <a:xfrm>
            <a:off x="6172201" y="2505075"/>
            <a:ext cx="51831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981" name="Google Shape;981;p37"/>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82" name="Google Shape;982;p37"/>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83" name="Google Shape;983;p37"/>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316229305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Only" type="titleOnly" preserve="1">
  <p:cSld name="Title Only">
    <p:spTree>
      <p:nvGrpSpPr>
        <p:cNvPr id="1" name="Shape 984"/>
        <p:cNvGrpSpPr/>
        <p:nvPr/>
      </p:nvGrpSpPr>
      <p:grpSpPr>
        <a:xfrm>
          <a:off x="0" y="0"/>
          <a:ext cx="0" cy="0"/>
          <a:chOff x="0" y="0"/>
          <a:chExt cx="0" cy="0"/>
        </a:xfrm>
      </p:grpSpPr>
      <p:sp>
        <p:nvSpPr>
          <p:cNvPr id="985" name="Google Shape;985;p38"/>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986" name="Google Shape;986;p38"/>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87" name="Google Shape;987;p38"/>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88" name="Google Shape;988;p38"/>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388948481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Blank" type="blank" preserve="1">
  <p:cSld name="Blank">
    <p:spTree>
      <p:nvGrpSpPr>
        <p:cNvPr id="1" name="Shape 989"/>
        <p:cNvGrpSpPr/>
        <p:nvPr/>
      </p:nvGrpSpPr>
      <p:grpSpPr>
        <a:xfrm>
          <a:off x="0" y="0"/>
          <a:ext cx="0" cy="0"/>
          <a:chOff x="0" y="0"/>
          <a:chExt cx="0" cy="0"/>
        </a:xfrm>
      </p:grpSpPr>
      <p:sp>
        <p:nvSpPr>
          <p:cNvPr id="990" name="Google Shape;990;p39"/>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91" name="Google Shape;991;p39"/>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92" name="Google Shape;992;p39"/>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141315616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Content with Caption" type="objTx" preserve="1">
  <p:cSld name="Content with Caption">
    <p:spTree>
      <p:nvGrpSpPr>
        <p:cNvPr id="1" name="Shape 993"/>
        <p:cNvGrpSpPr/>
        <p:nvPr/>
      </p:nvGrpSpPr>
      <p:grpSpPr>
        <a:xfrm>
          <a:off x="0" y="0"/>
          <a:ext cx="0" cy="0"/>
          <a:chOff x="0" y="0"/>
          <a:chExt cx="0" cy="0"/>
        </a:xfrm>
      </p:grpSpPr>
      <p:sp>
        <p:nvSpPr>
          <p:cNvPr id="994" name="Google Shape;994;p40"/>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Poppins"/>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995" name="Google Shape;995;p40"/>
          <p:cNvSpPr txBox="1">
            <a:spLocks noGrp="1"/>
          </p:cNvSpPr>
          <p:nvPr>
            <p:ph type="body" idx="1"/>
          </p:nvPr>
        </p:nvSpPr>
        <p:spPr>
          <a:xfrm>
            <a:off x="5183188" y="987427"/>
            <a:ext cx="6172200" cy="4873500"/>
          </a:xfrm>
          <a:prstGeom prst="rect">
            <a:avLst/>
          </a:prstGeom>
          <a:noFill/>
          <a:ln>
            <a:noFill/>
          </a:ln>
        </p:spPr>
        <p:txBody>
          <a:bodyPr spcFirstLastPara="1" wrap="square" lIns="91425" tIns="45700" rIns="91425" bIns="45700" anchor="t" anchorCtr="0">
            <a:normAutofit/>
          </a:bodyPr>
          <a:lstStyle>
            <a:lvl1pPr marL="457200" lvl="0" indent="-431800" algn="l" rtl="0">
              <a:lnSpc>
                <a:spcPct val="90000"/>
              </a:lnSpc>
              <a:spcBef>
                <a:spcPts val="1000"/>
              </a:spcBef>
              <a:spcAft>
                <a:spcPts val="0"/>
              </a:spcAft>
              <a:buClr>
                <a:schemeClr val="dk1"/>
              </a:buClr>
              <a:buSzPts val="3200"/>
              <a:buChar char="•"/>
              <a:defRPr sz="3200"/>
            </a:lvl1pPr>
            <a:lvl2pPr marL="914400" lvl="1" indent="-406400" algn="l" rtl="0">
              <a:lnSpc>
                <a:spcPct val="90000"/>
              </a:lnSpc>
              <a:spcBef>
                <a:spcPts val="500"/>
              </a:spcBef>
              <a:spcAft>
                <a:spcPts val="0"/>
              </a:spcAft>
              <a:buClr>
                <a:schemeClr val="dk1"/>
              </a:buClr>
              <a:buSzPts val="2800"/>
              <a:buChar char="•"/>
              <a:defRPr sz="2800"/>
            </a:lvl2pPr>
            <a:lvl3pPr marL="1371600" lvl="2" indent="-381000" algn="l" rtl="0">
              <a:lnSpc>
                <a:spcPct val="90000"/>
              </a:lnSpc>
              <a:spcBef>
                <a:spcPts val="500"/>
              </a:spcBef>
              <a:spcAft>
                <a:spcPts val="0"/>
              </a:spcAft>
              <a:buClr>
                <a:schemeClr val="dk1"/>
              </a:buClr>
              <a:buSzPts val="2400"/>
              <a:buChar char="•"/>
              <a:defRPr sz="2400"/>
            </a:lvl3pPr>
            <a:lvl4pPr marL="1828800" lvl="3" indent="-355600" algn="l" rtl="0">
              <a:lnSpc>
                <a:spcPct val="90000"/>
              </a:lnSpc>
              <a:spcBef>
                <a:spcPts val="500"/>
              </a:spcBef>
              <a:spcAft>
                <a:spcPts val="0"/>
              </a:spcAft>
              <a:buClr>
                <a:schemeClr val="dk1"/>
              </a:buClr>
              <a:buSzPts val="2000"/>
              <a:buChar char="•"/>
              <a:defRPr sz="2000"/>
            </a:lvl4pPr>
            <a:lvl5pPr marL="2286000" lvl="4" indent="-355600" algn="l" rtl="0">
              <a:lnSpc>
                <a:spcPct val="90000"/>
              </a:lnSpc>
              <a:spcBef>
                <a:spcPts val="500"/>
              </a:spcBef>
              <a:spcAft>
                <a:spcPts val="0"/>
              </a:spcAft>
              <a:buClr>
                <a:schemeClr val="dk1"/>
              </a:buClr>
              <a:buSzPts val="2000"/>
              <a:buChar char="•"/>
              <a:defRPr sz="2000"/>
            </a:lvl5pPr>
            <a:lvl6pPr marL="2743200" lvl="5" indent="-355600" algn="l" rtl="0">
              <a:lnSpc>
                <a:spcPct val="90000"/>
              </a:lnSpc>
              <a:spcBef>
                <a:spcPts val="500"/>
              </a:spcBef>
              <a:spcAft>
                <a:spcPts val="0"/>
              </a:spcAft>
              <a:buClr>
                <a:schemeClr val="dk1"/>
              </a:buClr>
              <a:buSzPts val="2000"/>
              <a:buChar char="•"/>
              <a:defRPr sz="2000"/>
            </a:lvl6pPr>
            <a:lvl7pPr marL="3200400" lvl="6" indent="-355600" algn="l" rtl="0">
              <a:lnSpc>
                <a:spcPct val="90000"/>
              </a:lnSpc>
              <a:spcBef>
                <a:spcPts val="500"/>
              </a:spcBef>
              <a:spcAft>
                <a:spcPts val="0"/>
              </a:spcAft>
              <a:buClr>
                <a:schemeClr val="dk1"/>
              </a:buClr>
              <a:buSzPts val="2000"/>
              <a:buChar char="•"/>
              <a:defRPr sz="2000"/>
            </a:lvl7pPr>
            <a:lvl8pPr marL="3657600" lvl="7" indent="-355600" algn="l" rtl="0">
              <a:lnSpc>
                <a:spcPct val="90000"/>
              </a:lnSpc>
              <a:spcBef>
                <a:spcPts val="500"/>
              </a:spcBef>
              <a:spcAft>
                <a:spcPts val="0"/>
              </a:spcAft>
              <a:buClr>
                <a:schemeClr val="dk1"/>
              </a:buClr>
              <a:buSzPts val="2000"/>
              <a:buChar char="•"/>
              <a:defRPr sz="2000"/>
            </a:lvl8pPr>
            <a:lvl9pPr marL="4114800" lvl="8" indent="-355600" algn="l" rtl="0">
              <a:lnSpc>
                <a:spcPct val="90000"/>
              </a:lnSpc>
              <a:spcBef>
                <a:spcPts val="500"/>
              </a:spcBef>
              <a:spcAft>
                <a:spcPts val="0"/>
              </a:spcAft>
              <a:buClr>
                <a:schemeClr val="dk1"/>
              </a:buClr>
              <a:buSzPts val="2000"/>
              <a:buChar char="•"/>
              <a:defRPr sz="2000"/>
            </a:lvl9pPr>
          </a:lstStyle>
          <a:p>
            <a:pPr lvl="0"/>
            <a:r>
              <a:rPr lang="en-US"/>
              <a:t>Click to edit Master text styles</a:t>
            </a:r>
          </a:p>
        </p:txBody>
      </p:sp>
      <p:sp>
        <p:nvSpPr>
          <p:cNvPr id="996" name="Google Shape;996;p40"/>
          <p:cNvSpPr txBox="1">
            <a:spLocks noGrp="1"/>
          </p:cNvSpPr>
          <p:nvPr>
            <p:ph type="body" idx="2"/>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pPr lvl="0"/>
            <a:r>
              <a:rPr lang="en-US"/>
              <a:t>Click to edit Master text styles</a:t>
            </a:r>
          </a:p>
        </p:txBody>
      </p:sp>
      <p:sp>
        <p:nvSpPr>
          <p:cNvPr id="997" name="Google Shape;997;p40"/>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98" name="Google Shape;998;p40"/>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99" name="Google Shape;999;p40"/>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419266338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Picture with Caption" type="picTx" preserve="1">
  <p:cSld name="Picture with Caption">
    <p:spTree>
      <p:nvGrpSpPr>
        <p:cNvPr id="1" name="Shape 1000"/>
        <p:cNvGrpSpPr/>
        <p:nvPr/>
      </p:nvGrpSpPr>
      <p:grpSpPr>
        <a:xfrm>
          <a:off x="0" y="0"/>
          <a:ext cx="0" cy="0"/>
          <a:chOff x="0" y="0"/>
          <a:chExt cx="0" cy="0"/>
        </a:xfrm>
      </p:grpSpPr>
      <p:sp>
        <p:nvSpPr>
          <p:cNvPr id="1001" name="Google Shape;1001;p41"/>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Poppins"/>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1002" name="Google Shape;1002;p41"/>
          <p:cNvSpPr>
            <a:spLocks noGrp="1"/>
          </p:cNvSpPr>
          <p:nvPr>
            <p:ph type="pic" idx="2"/>
          </p:nvPr>
        </p:nvSpPr>
        <p:spPr>
          <a:xfrm>
            <a:off x="5183188" y="987427"/>
            <a:ext cx="6172200" cy="4873500"/>
          </a:xfrm>
          <a:prstGeom prst="rect">
            <a:avLst/>
          </a:prstGeom>
          <a:noFill/>
          <a:ln>
            <a:noFill/>
          </a:ln>
        </p:spPr>
      </p:sp>
      <p:sp>
        <p:nvSpPr>
          <p:cNvPr id="1003" name="Google Shape;1003;p41"/>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pPr lvl="0"/>
            <a:r>
              <a:rPr lang="en-US"/>
              <a:t>Click to edit Master text styles</a:t>
            </a:r>
          </a:p>
        </p:txBody>
      </p:sp>
      <p:sp>
        <p:nvSpPr>
          <p:cNvPr id="1004" name="Google Shape;1004;p41"/>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05" name="Google Shape;1005;p41"/>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06" name="Google Shape;1006;p41"/>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267072440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nd Vertical Text" type="vertTx" preserve="1">
  <p:cSld name="Title and Vertical Text">
    <p:spTree>
      <p:nvGrpSpPr>
        <p:cNvPr id="1" name="Shape 1007"/>
        <p:cNvGrpSpPr/>
        <p:nvPr/>
      </p:nvGrpSpPr>
      <p:grpSpPr>
        <a:xfrm>
          <a:off x="0" y="0"/>
          <a:ext cx="0" cy="0"/>
          <a:chOff x="0" y="0"/>
          <a:chExt cx="0" cy="0"/>
        </a:xfrm>
      </p:grpSpPr>
      <p:sp>
        <p:nvSpPr>
          <p:cNvPr id="1008" name="Google Shape;1008;p42"/>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1009" name="Google Shape;1009;p42"/>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1010" name="Google Shape;1010;p42"/>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11" name="Google Shape;1011;p42"/>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12" name="Google Shape;1012;p42"/>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345371624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Vertical Title and Text" type="vertTitleAndTx" preserve="1">
  <p:cSld name="Vertical Title and Text">
    <p:spTree>
      <p:nvGrpSpPr>
        <p:cNvPr id="1" name="Shape 1013"/>
        <p:cNvGrpSpPr/>
        <p:nvPr/>
      </p:nvGrpSpPr>
      <p:grpSpPr>
        <a:xfrm>
          <a:off x="0" y="0"/>
          <a:ext cx="0" cy="0"/>
          <a:chOff x="0" y="0"/>
          <a:chExt cx="0" cy="0"/>
        </a:xfrm>
      </p:grpSpPr>
      <p:sp>
        <p:nvSpPr>
          <p:cNvPr id="1014" name="Google Shape;1014;p43"/>
          <p:cNvSpPr txBox="1">
            <a:spLocks noGrp="1"/>
          </p:cNvSpPr>
          <p:nvPr>
            <p:ph type="title"/>
          </p:nvPr>
        </p:nvSpPr>
        <p:spPr>
          <a:xfrm rot="5400000">
            <a:off x="7133401" y="1956625"/>
            <a:ext cx="5811900" cy="26289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1015" name="Google Shape;1015;p43"/>
          <p:cNvSpPr txBox="1">
            <a:spLocks noGrp="1"/>
          </p:cNvSpPr>
          <p:nvPr>
            <p:ph type="body" idx="1"/>
          </p:nvPr>
        </p:nvSpPr>
        <p:spPr>
          <a:xfrm rot="5400000">
            <a:off x="1799401" y="-596075"/>
            <a:ext cx="5811900" cy="77343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1016" name="Google Shape;1016;p43"/>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17" name="Google Shape;1017;p43"/>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18" name="Google Shape;1018;p43"/>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90412994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and body" type="tx" preserve="1">
  <p:cSld name="Title and body">
    <p:spTree>
      <p:nvGrpSpPr>
        <p:cNvPr id="1" name="Shape 1019"/>
        <p:cNvGrpSpPr/>
        <p:nvPr/>
      </p:nvGrpSpPr>
      <p:grpSpPr>
        <a:xfrm>
          <a:off x="0" y="0"/>
          <a:ext cx="0" cy="0"/>
          <a:chOff x="0" y="0"/>
          <a:chExt cx="0" cy="0"/>
        </a:xfrm>
      </p:grpSpPr>
      <p:sp>
        <p:nvSpPr>
          <p:cNvPr id="1020" name="Google Shape;1020;p44"/>
          <p:cNvSpPr txBox="1">
            <a:spLocks noGrp="1"/>
          </p:cNvSpPr>
          <p:nvPr>
            <p:ph type="title"/>
          </p:nvPr>
        </p:nvSpPr>
        <p:spPr>
          <a:xfrm>
            <a:off x="415600" y="593367"/>
            <a:ext cx="11360700" cy="763500"/>
          </a:xfrm>
          <a:prstGeom prst="rect">
            <a:avLst/>
          </a:prstGeom>
          <a:noFill/>
          <a:ln>
            <a:noFill/>
          </a:ln>
        </p:spPr>
        <p:txBody>
          <a:bodyPr spcFirstLastPara="1" wrap="square" lIns="90000" tIns="46800" rIns="90000" bIns="46800" anchor="b" anchorCtr="0">
            <a:noAutofit/>
          </a:bodyPr>
          <a:lstStyle>
            <a:lvl1pPr lvl="0" algn="l" rtl="0">
              <a:lnSpc>
                <a:spcPct val="90000"/>
              </a:lnSpc>
              <a:spcBef>
                <a:spcPts val="0"/>
              </a:spcBef>
              <a:spcAft>
                <a:spcPts val="0"/>
              </a:spcAft>
              <a:buClr>
                <a:schemeClr val="dk1"/>
              </a:buClr>
              <a:buSzPts val="1400"/>
              <a:buFont typeface="Poppins"/>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1021" name="Google Shape;1021;p44"/>
          <p:cNvSpPr txBox="1">
            <a:spLocks noGrp="1"/>
          </p:cNvSpPr>
          <p:nvPr>
            <p:ph type="body" idx="1"/>
          </p:nvPr>
        </p:nvSpPr>
        <p:spPr>
          <a:xfrm>
            <a:off x="415600" y="1536633"/>
            <a:ext cx="11360700" cy="4555200"/>
          </a:xfrm>
          <a:prstGeom prst="rect">
            <a:avLst/>
          </a:prstGeom>
          <a:noFill/>
          <a:ln>
            <a:noFill/>
          </a:ln>
        </p:spPr>
        <p:txBody>
          <a:bodyPr spcFirstLastPara="1" wrap="square" lIns="90000" tIns="46800" rIns="90000" bIns="46800" anchor="t" anchorCtr="0">
            <a:noAutofit/>
          </a:bodyPr>
          <a:lstStyle>
            <a:lvl1pPr marL="457200" lvl="0" indent="-337883" algn="l" rtl="0">
              <a:lnSpc>
                <a:spcPct val="90000"/>
              </a:lnSpc>
              <a:spcBef>
                <a:spcPts val="675"/>
              </a:spcBef>
              <a:spcAft>
                <a:spcPts val="0"/>
              </a:spcAft>
              <a:buClr>
                <a:schemeClr val="dk1"/>
              </a:buClr>
              <a:buSzPts val="1721"/>
              <a:buChar char="⚫"/>
              <a:defRPr/>
            </a:lvl1pPr>
            <a:lvl2pPr marL="914400" lvl="1" indent="-301942" algn="l" rtl="0">
              <a:lnSpc>
                <a:spcPct val="90000"/>
              </a:lnSpc>
              <a:spcBef>
                <a:spcPts val="551"/>
              </a:spcBef>
              <a:spcAft>
                <a:spcPts val="0"/>
              </a:spcAft>
              <a:buClr>
                <a:schemeClr val="dk1"/>
              </a:buClr>
              <a:buSzPts val="1155"/>
              <a:buChar char="⚪"/>
              <a:defRPr/>
            </a:lvl2pPr>
            <a:lvl3pPr marL="1371600" lvl="2" indent="-300037" algn="l" rtl="0">
              <a:lnSpc>
                <a:spcPct val="90000"/>
              </a:lnSpc>
              <a:spcBef>
                <a:spcPts val="500"/>
              </a:spcBef>
              <a:spcAft>
                <a:spcPts val="0"/>
              </a:spcAft>
              <a:buClr>
                <a:schemeClr val="dk1"/>
              </a:buClr>
              <a:buSzPts val="1125"/>
              <a:buChar char="⯍"/>
              <a:defRPr/>
            </a:lvl3pPr>
            <a:lvl4pPr marL="1828800" lvl="3" indent="-295275" algn="l" rtl="0">
              <a:lnSpc>
                <a:spcPct val="90000"/>
              </a:lnSpc>
              <a:spcBef>
                <a:spcPts val="500"/>
              </a:spcBef>
              <a:spcAft>
                <a:spcPts val="0"/>
              </a:spcAft>
              <a:buClr>
                <a:schemeClr val="dk1"/>
              </a:buClr>
              <a:buSzPts val="1050"/>
              <a:buChar char="?"/>
              <a:defRPr/>
            </a:lvl4pPr>
            <a:lvl5pPr marL="2286000" lvl="4" indent="-323850" algn="l" rtl="0">
              <a:lnSpc>
                <a:spcPct val="90000"/>
              </a:lnSpc>
              <a:spcBef>
                <a:spcPts val="500"/>
              </a:spcBef>
              <a:spcAft>
                <a:spcPts val="0"/>
              </a:spcAft>
              <a:buClr>
                <a:schemeClr val="dk1"/>
              </a:buClr>
              <a:buSzPts val="1500"/>
              <a:buChar char="•"/>
              <a:defRPr/>
            </a:lvl5pPr>
            <a:lvl6pPr marL="2743200" lvl="5" indent="-323850" algn="l" rtl="0">
              <a:lnSpc>
                <a:spcPct val="90000"/>
              </a:lnSpc>
              <a:spcBef>
                <a:spcPts val="500"/>
              </a:spcBef>
              <a:spcAft>
                <a:spcPts val="0"/>
              </a:spcAft>
              <a:buClr>
                <a:schemeClr val="dk1"/>
              </a:buClr>
              <a:buSzPts val="1500"/>
              <a:buChar char="•"/>
              <a:defRPr/>
            </a:lvl6pPr>
            <a:lvl7pPr marL="3200400" lvl="6" indent="-323850" algn="l" rtl="0">
              <a:lnSpc>
                <a:spcPct val="90000"/>
              </a:lnSpc>
              <a:spcBef>
                <a:spcPts val="500"/>
              </a:spcBef>
              <a:spcAft>
                <a:spcPts val="0"/>
              </a:spcAft>
              <a:buClr>
                <a:schemeClr val="dk1"/>
              </a:buClr>
              <a:buSzPts val="1500"/>
              <a:buChar char="•"/>
              <a:defRPr/>
            </a:lvl7pPr>
            <a:lvl8pPr marL="3657600" lvl="7" indent="-323850" algn="l" rtl="0">
              <a:lnSpc>
                <a:spcPct val="90000"/>
              </a:lnSpc>
              <a:spcBef>
                <a:spcPts val="500"/>
              </a:spcBef>
              <a:spcAft>
                <a:spcPts val="0"/>
              </a:spcAft>
              <a:buClr>
                <a:schemeClr val="dk1"/>
              </a:buClr>
              <a:buSzPts val="1500"/>
              <a:buChar char="•"/>
              <a:defRPr/>
            </a:lvl8pPr>
            <a:lvl9pPr marL="4114800" lvl="8" indent="-323850" algn="l" rtl="0">
              <a:lnSpc>
                <a:spcPct val="90000"/>
              </a:lnSpc>
              <a:spcBef>
                <a:spcPts val="500"/>
              </a:spcBef>
              <a:spcAft>
                <a:spcPts val="0"/>
              </a:spcAft>
              <a:buClr>
                <a:schemeClr val="dk1"/>
              </a:buClr>
              <a:buSzPts val="1500"/>
              <a:buChar char="•"/>
              <a:defRPr/>
            </a:lvl9pPr>
          </a:lstStyle>
          <a:p>
            <a:pPr lvl="0"/>
            <a:r>
              <a:rPr lang="en-US"/>
              <a:t>Click to edit Master text styles</a:t>
            </a:r>
          </a:p>
        </p:txBody>
      </p:sp>
      <p:sp>
        <p:nvSpPr>
          <p:cNvPr id="1022" name="Google Shape;1022;p44"/>
          <p:cNvSpPr txBox="1">
            <a:spLocks noGrp="1"/>
          </p:cNvSpPr>
          <p:nvPr>
            <p:ph type="sldNum" idx="12"/>
          </p:nvPr>
        </p:nvSpPr>
        <p:spPr>
          <a:xfrm>
            <a:off x="11296611" y="6217623"/>
            <a:ext cx="731700" cy="524700"/>
          </a:xfrm>
          <a:prstGeom prst="rect">
            <a:avLst/>
          </a:prstGeom>
          <a:noFill/>
          <a:ln>
            <a:noFill/>
          </a:ln>
        </p:spPr>
        <p:txBody>
          <a:bodyPr spcFirstLastPara="1" wrap="square" lIns="91425" tIns="91425" rIns="91425" bIns="91425" anchor="ctr" anchorCtr="0">
            <a:noAutofit/>
          </a:bodyPr>
          <a:lstStyle>
            <a:lvl1pPr marL="0" marR="0" lvl="0"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47382412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5"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 Id="rId9" Type="http://schemas.openxmlformats.org/officeDocument/2006/relationships/slideLayout" Target="../slideLayouts/slideLayout22.xml"/><Relationship Id="rId10" Type="http://schemas.openxmlformats.org/officeDocument/2006/relationships/slideLayout" Target="../slideLayouts/slideLayout23.xml"/><Relationship Id="rId11" Type="http://schemas.openxmlformats.org/officeDocument/2006/relationships/slideLayout" Target="../slideLayouts/slideLayout24.xml"/><Relationship Id="rId12" Type="http://schemas.openxmlformats.org/officeDocument/2006/relationships/slideLayout" Target="../slideLayouts/slideLayout25.xml"/><Relationship Id="rId13" Type="http://schemas.openxmlformats.org/officeDocument/2006/relationships/theme" Target="../theme/theme2.xml"/><Relationship Id="rId1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slideLayout" Target="../slideLayouts/slideLayout27.xml"/><Relationship Id="rId3" Type="http://schemas.openxmlformats.org/officeDocument/2006/relationships/theme" Target="../theme/theme3.xml"/><Relationship Id="rId4" Type="http://schemas.openxmlformats.org/officeDocument/2006/relationships/image" Target="../media/image2.png"/></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slideLayout" Target="../slideLayouts/slideLayout29.xml"/><Relationship Id="rId3" Type="http://schemas.openxmlformats.org/officeDocument/2006/relationships/theme" Target="../theme/theme4.xml"/><Relationship Id="rId4" Type="http://schemas.openxmlformats.org/officeDocument/2006/relationships/image" Target="../media/image2.png"/></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slideLayout" Target="../slideLayouts/slideLayout31.xml"/><Relationship Id="rId3" Type="http://schemas.openxmlformats.org/officeDocument/2006/relationships/slideLayout" Target="../slideLayouts/slideLayout32.xml"/><Relationship Id="rId4" Type="http://schemas.openxmlformats.org/officeDocument/2006/relationships/slideLayout" Target="../slideLayouts/slideLayout33.xml"/><Relationship Id="rId5" Type="http://schemas.openxmlformats.org/officeDocument/2006/relationships/slideLayout" Target="../slideLayouts/slideLayout34.xml"/><Relationship Id="rId6" Type="http://schemas.openxmlformats.org/officeDocument/2006/relationships/slideLayout" Target="../slideLayouts/slideLayout35.xml"/><Relationship Id="rId7" Type="http://schemas.openxmlformats.org/officeDocument/2006/relationships/slideLayout" Target="../slideLayouts/slideLayout36.xml"/><Relationship Id="rId8" Type="http://schemas.openxmlformats.org/officeDocument/2006/relationships/slideLayout" Target="../slideLayouts/slideLayout37.xml"/><Relationship Id="rId9" Type="http://schemas.openxmlformats.org/officeDocument/2006/relationships/slideLayout" Target="../slideLayouts/slideLayout38.xml"/><Relationship Id="rId10" Type="http://schemas.openxmlformats.org/officeDocument/2006/relationships/slideLayout" Target="../slideLayouts/slideLayout39.xml"/><Relationship Id="rId11" Type="http://schemas.openxmlformats.org/officeDocument/2006/relationships/slideLayout" Target="../slideLayouts/slideLayout40.xml"/><Relationship Id="rId12" Type="http://schemas.openxmlformats.org/officeDocument/2006/relationships/slideLayout" Target="../slideLayouts/slideLayout41.xml"/><Relationship Id="rId13" Type="http://schemas.openxmlformats.org/officeDocument/2006/relationships/theme" Target="../theme/theme5.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751"/>
        <p:cNvGrpSpPr/>
        <p:nvPr/>
      </p:nvGrpSpPr>
      <p:grpSpPr>
        <a:xfrm>
          <a:off x="0" y="0"/>
          <a:ext cx="0" cy="0"/>
          <a:chOff x="0" y="0"/>
          <a:chExt cx="0" cy="0"/>
        </a:xfrm>
      </p:grpSpPr>
      <p:sp>
        <p:nvSpPr>
          <p:cNvPr id="752" name="Google Shape;752;p1"/>
          <p:cNvSpPr/>
          <p:nvPr/>
        </p:nvSpPr>
        <p:spPr>
          <a:xfrm>
            <a:off x="0" y="6096000"/>
            <a:ext cx="12192000" cy="771900"/>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753" name="Google Shape;753;p1"/>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54" name="Google Shape;754;p1"/>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venir"/>
                <a:ea typeface="Avenir"/>
                <a:cs typeface="Avenir"/>
                <a:sym typeface="Avenir"/>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venir"/>
                <a:ea typeface="Avenir"/>
                <a:cs typeface="Avenir"/>
                <a:sym typeface="Avenir"/>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venir"/>
                <a:ea typeface="Avenir"/>
                <a:cs typeface="Avenir"/>
                <a:sym typeface="Avenir"/>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55" name="Google Shape;755;p1"/>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56" name="Google Shape;756;p1"/>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57" name="Google Shape;757;p1"/>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
        <p:nvSpPr>
          <p:cNvPr id="758" name="Google Shape;758;p1"/>
          <p:cNvSpPr/>
          <p:nvPr/>
        </p:nvSpPr>
        <p:spPr>
          <a:xfrm>
            <a:off x="0" y="6140361"/>
            <a:ext cx="12192000" cy="705000"/>
          </a:xfrm>
          <a:prstGeom prst="rect">
            <a:avLst/>
          </a:prstGeom>
          <a:solidFill>
            <a:srgbClr val="B611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759" name="Google Shape;759;p1"/>
          <p:cNvPicPr preferRelativeResize="0"/>
          <p:nvPr/>
        </p:nvPicPr>
        <p:blipFill rotWithShape="1">
          <a:blip r:embed="rId15">
            <a:alphaModFix/>
          </a:blip>
          <a:srcRect/>
          <a:stretch/>
        </p:blipFill>
        <p:spPr>
          <a:xfrm>
            <a:off x="9890762" y="6165912"/>
            <a:ext cx="1935479" cy="618068"/>
          </a:xfrm>
          <a:prstGeom prst="rect">
            <a:avLst/>
          </a:prstGeom>
          <a:noFill/>
          <a:ln>
            <a:noFill/>
          </a:ln>
        </p:spPr>
      </p:pic>
    </p:spTree>
    <p:extLst>
      <p:ext uri="{BB962C8B-B14F-4D97-AF65-F5344CB8AC3E}">
        <p14:creationId xmlns:p14="http://schemas.microsoft.com/office/powerpoint/2010/main" val="1276674073"/>
      </p:ext>
    </p:extLst>
  </p:cSld>
  <p:clrMap bg1="lt1" tx1="dk1" bg2="dk2" tx2="lt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832"/>
        <p:cNvGrpSpPr/>
        <p:nvPr/>
      </p:nvGrpSpPr>
      <p:grpSpPr>
        <a:xfrm>
          <a:off x="0" y="0"/>
          <a:ext cx="0" cy="0"/>
          <a:chOff x="0" y="0"/>
          <a:chExt cx="0" cy="0"/>
        </a:xfrm>
      </p:grpSpPr>
      <p:sp>
        <p:nvSpPr>
          <p:cNvPr id="833" name="Google Shape;833;p15"/>
          <p:cNvSpPr/>
          <p:nvPr/>
        </p:nvSpPr>
        <p:spPr>
          <a:xfrm>
            <a:off x="0" y="6096000"/>
            <a:ext cx="12192000" cy="771900"/>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34" name="Google Shape;834;p15"/>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835" name="Google Shape;835;p1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venir"/>
                <a:ea typeface="Avenir"/>
                <a:cs typeface="Avenir"/>
                <a:sym typeface="Avenir"/>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venir"/>
                <a:ea typeface="Avenir"/>
                <a:cs typeface="Avenir"/>
                <a:sym typeface="Avenir"/>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venir"/>
                <a:ea typeface="Avenir"/>
                <a:cs typeface="Avenir"/>
                <a:sym typeface="Avenir"/>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36" name="Google Shape;836;p15"/>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37" name="Google Shape;837;p15"/>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38" name="Google Shape;838;p15"/>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
        <p:nvSpPr>
          <p:cNvPr id="839" name="Google Shape;839;p15"/>
          <p:cNvSpPr/>
          <p:nvPr/>
        </p:nvSpPr>
        <p:spPr>
          <a:xfrm>
            <a:off x="0" y="6140361"/>
            <a:ext cx="12192000" cy="705000"/>
          </a:xfrm>
          <a:prstGeom prst="rect">
            <a:avLst/>
          </a:prstGeom>
          <a:solidFill>
            <a:srgbClr val="B611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840" name="Google Shape;840;p15"/>
          <p:cNvPicPr preferRelativeResize="0"/>
          <p:nvPr/>
        </p:nvPicPr>
        <p:blipFill rotWithShape="1">
          <a:blip r:embed="rId14">
            <a:alphaModFix/>
          </a:blip>
          <a:srcRect/>
          <a:stretch/>
        </p:blipFill>
        <p:spPr>
          <a:xfrm>
            <a:off x="9890762" y="6165912"/>
            <a:ext cx="1935479" cy="618068"/>
          </a:xfrm>
          <a:prstGeom prst="rect">
            <a:avLst/>
          </a:prstGeom>
          <a:noFill/>
          <a:ln>
            <a:noFill/>
          </a:ln>
        </p:spPr>
      </p:pic>
    </p:spTree>
    <p:extLst>
      <p:ext uri="{BB962C8B-B14F-4D97-AF65-F5344CB8AC3E}">
        <p14:creationId xmlns:p14="http://schemas.microsoft.com/office/powerpoint/2010/main" val="33428607"/>
      </p:ext>
    </p:extLst>
  </p:cSld>
  <p:clrMap bg1="lt1" tx1="dk1" bg2="dk2" tx2="lt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96" r:id="rId12"/>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10"/>
        <p:cNvGrpSpPr/>
        <p:nvPr/>
      </p:nvGrpSpPr>
      <p:grpSpPr>
        <a:xfrm>
          <a:off x="0" y="0"/>
          <a:ext cx="0" cy="0"/>
          <a:chOff x="0" y="0"/>
          <a:chExt cx="0" cy="0"/>
        </a:xfrm>
      </p:grpSpPr>
      <p:sp>
        <p:nvSpPr>
          <p:cNvPr id="911" name="Google Shape;911;p27"/>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912" name="Google Shape;912;p27"/>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venir"/>
                <a:ea typeface="Avenir"/>
                <a:cs typeface="Avenir"/>
                <a:sym typeface="Avenir"/>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venir"/>
                <a:ea typeface="Avenir"/>
                <a:cs typeface="Avenir"/>
                <a:sym typeface="Avenir"/>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venir"/>
                <a:ea typeface="Avenir"/>
                <a:cs typeface="Avenir"/>
                <a:sym typeface="Avenir"/>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13" name="Google Shape;913;p27"/>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14" name="Google Shape;914;p27"/>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15" name="Google Shape;915;p27"/>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
        <p:nvSpPr>
          <p:cNvPr id="916" name="Google Shape;916;p27"/>
          <p:cNvSpPr/>
          <p:nvPr/>
        </p:nvSpPr>
        <p:spPr>
          <a:xfrm>
            <a:off x="0" y="-335280"/>
            <a:ext cx="12192000" cy="7193400"/>
          </a:xfrm>
          <a:prstGeom prst="rect">
            <a:avLst/>
          </a:prstGeom>
          <a:solidFill>
            <a:srgbClr val="B611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cxnSp>
        <p:nvCxnSpPr>
          <p:cNvPr id="917" name="Google Shape;917;p27"/>
          <p:cNvCxnSpPr/>
          <p:nvPr/>
        </p:nvCxnSpPr>
        <p:spPr>
          <a:xfrm>
            <a:off x="3345180" y="2707281"/>
            <a:ext cx="0" cy="2283900"/>
          </a:xfrm>
          <a:prstGeom prst="straightConnector1">
            <a:avLst/>
          </a:prstGeom>
          <a:noFill/>
          <a:ln w="34925" cap="flat" cmpd="sng">
            <a:solidFill>
              <a:schemeClr val="dk1"/>
            </a:solidFill>
            <a:prstDash val="solid"/>
            <a:miter lim="800000"/>
            <a:headEnd type="none" w="sm" len="sm"/>
            <a:tailEnd type="none" w="sm" len="sm"/>
          </a:ln>
        </p:spPr>
      </p:cxnSp>
      <p:pic>
        <p:nvPicPr>
          <p:cNvPr id="918" name="Google Shape;918;p27"/>
          <p:cNvPicPr preferRelativeResize="0"/>
          <p:nvPr/>
        </p:nvPicPr>
        <p:blipFill rotWithShape="1">
          <a:blip r:embed="rId4">
            <a:alphaModFix/>
          </a:blip>
          <a:srcRect/>
          <a:stretch/>
        </p:blipFill>
        <p:spPr>
          <a:xfrm>
            <a:off x="3451862" y="2544174"/>
            <a:ext cx="4801940" cy="1533432"/>
          </a:xfrm>
          <a:prstGeom prst="rect">
            <a:avLst/>
          </a:prstGeom>
          <a:noFill/>
          <a:ln>
            <a:noFill/>
          </a:ln>
        </p:spPr>
      </p:pic>
    </p:spTree>
    <p:extLst>
      <p:ext uri="{BB962C8B-B14F-4D97-AF65-F5344CB8AC3E}">
        <p14:creationId xmlns:p14="http://schemas.microsoft.com/office/powerpoint/2010/main" val="1044743740"/>
      </p:ext>
    </p:extLst>
  </p:cSld>
  <p:clrMap bg1="lt1" tx1="dk1" bg2="dk2" tx2="lt2" accent1="accent1" accent2="accent2" accent3="accent3" accent4="accent4" accent5="accent5" accent6="accent6" hlink="hlink" folHlink="folHlink"/>
  <p:sldLayoutIdLst>
    <p:sldLayoutId id="2147483678" r:id="rId1"/>
    <p:sldLayoutId id="2147483695" r:id="rId2"/>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21"/>
        <p:cNvGrpSpPr/>
        <p:nvPr/>
      </p:nvGrpSpPr>
      <p:grpSpPr>
        <a:xfrm>
          <a:off x="0" y="0"/>
          <a:ext cx="0" cy="0"/>
          <a:chOff x="0" y="0"/>
          <a:chExt cx="0" cy="0"/>
        </a:xfrm>
      </p:grpSpPr>
      <p:sp>
        <p:nvSpPr>
          <p:cNvPr id="922" name="Google Shape;922;p29"/>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923" name="Google Shape;923;p29"/>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venir"/>
                <a:ea typeface="Avenir"/>
                <a:cs typeface="Avenir"/>
                <a:sym typeface="Avenir"/>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venir"/>
                <a:ea typeface="Avenir"/>
                <a:cs typeface="Avenir"/>
                <a:sym typeface="Avenir"/>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venir"/>
                <a:ea typeface="Avenir"/>
                <a:cs typeface="Avenir"/>
                <a:sym typeface="Avenir"/>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24" name="Google Shape;924;p29"/>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25" name="Google Shape;925;p29"/>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26" name="Google Shape;926;p29"/>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
        <p:nvSpPr>
          <p:cNvPr id="927" name="Google Shape;927;p29"/>
          <p:cNvSpPr/>
          <p:nvPr/>
        </p:nvSpPr>
        <p:spPr>
          <a:xfrm>
            <a:off x="0" y="-335280"/>
            <a:ext cx="12192000" cy="7193400"/>
          </a:xfrm>
          <a:prstGeom prst="rect">
            <a:avLst/>
          </a:prstGeom>
          <a:solidFill>
            <a:srgbClr val="B611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cxnSp>
        <p:nvCxnSpPr>
          <p:cNvPr id="928" name="Google Shape;928;p29"/>
          <p:cNvCxnSpPr/>
          <p:nvPr/>
        </p:nvCxnSpPr>
        <p:spPr>
          <a:xfrm>
            <a:off x="3345180" y="2707281"/>
            <a:ext cx="0" cy="2283900"/>
          </a:xfrm>
          <a:prstGeom prst="straightConnector1">
            <a:avLst/>
          </a:prstGeom>
          <a:noFill/>
          <a:ln w="34925" cap="flat" cmpd="sng">
            <a:solidFill>
              <a:schemeClr val="dk1"/>
            </a:solidFill>
            <a:prstDash val="solid"/>
            <a:miter lim="800000"/>
            <a:headEnd type="none" w="sm" len="sm"/>
            <a:tailEnd type="none" w="sm" len="sm"/>
          </a:ln>
        </p:spPr>
      </p:cxnSp>
      <p:pic>
        <p:nvPicPr>
          <p:cNvPr id="929" name="Google Shape;929;p29"/>
          <p:cNvPicPr preferRelativeResize="0"/>
          <p:nvPr/>
        </p:nvPicPr>
        <p:blipFill rotWithShape="1">
          <a:blip r:embed="rId4">
            <a:alphaModFix/>
          </a:blip>
          <a:srcRect/>
          <a:stretch/>
        </p:blipFill>
        <p:spPr>
          <a:xfrm>
            <a:off x="3451862" y="2544174"/>
            <a:ext cx="4801940" cy="1533432"/>
          </a:xfrm>
          <a:prstGeom prst="rect">
            <a:avLst/>
          </a:prstGeom>
          <a:noFill/>
          <a:ln>
            <a:noFill/>
          </a:ln>
        </p:spPr>
      </p:pic>
      <p:sp>
        <p:nvSpPr>
          <p:cNvPr id="930" name="Google Shape;930;p29"/>
          <p:cNvSpPr/>
          <p:nvPr/>
        </p:nvSpPr>
        <p:spPr>
          <a:xfrm>
            <a:off x="0" y="-335280"/>
            <a:ext cx="12192000" cy="7193400"/>
          </a:xfrm>
          <a:prstGeom prst="rect">
            <a:avLst/>
          </a:prstGeom>
          <a:solidFill>
            <a:srgbClr val="B611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cxnSp>
        <p:nvCxnSpPr>
          <p:cNvPr id="931" name="Google Shape;931;p29"/>
          <p:cNvCxnSpPr/>
          <p:nvPr/>
        </p:nvCxnSpPr>
        <p:spPr>
          <a:xfrm>
            <a:off x="3345180" y="2707281"/>
            <a:ext cx="0" cy="2283900"/>
          </a:xfrm>
          <a:prstGeom prst="straightConnector1">
            <a:avLst/>
          </a:prstGeom>
          <a:noFill/>
          <a:ln w="34925" cap="flat" cmpd="sng">
            <a:solidFill>
              <a:schemeClr val="dk1"/>
            </a:solidFill>
            <a:prstDash val="solid"/>
            <a:miter lim="800000"/>
            <a:headEnd type="none" w="sm" len="sm"/>
            <a:tailEnd type="none" w="sm" len="sm"/>
          </a:ln>
        </p:spPr>
      </p:cxnSp>
      <p:pic>
        <p:nvPicPr>
          <p:cNvPr id="932" name="Google Shape;932;p29"/>
          <p:cNvPicPr preferRelativeResize="0"/>
          <p:nvPr/>
        </p:nvPicPr>
        <p:blipFill rotWithShape="1">
          <a:blip r:embed="rId4">
            <a:alphaModFix/>
          </a:blip>
          <a:srcRect/>
          <a:stretch/>
        </p:blipFill>
        <p:spPr>
          <a:xfrm>
            <a:off x="3451862" y="2544174"/>
            <a:ext cx="4801940" cy="1533432"/>
          </a:xfrm>
          <a:prstGeom prst="rect">
            <a:avLst/>
          </a:prstGeom>
          <a:noFill/>
          <a:ln>
            <a:noFill/>
          </a:ln>
        </p:spPr>
      </p:pic>
    </p:spTree>
    <p:extLst>
      <p:ext uri="{BB962C8B-B14F-4D97-AF65-F5344CB8AC3E}">
        <p14:creationId xmlns:p14="http://schemas.microsoft.com/office/powerpoint/2010/main" val="3106833427"/>
      </p:ext>
    </p:extLst>
  </p:cSld>
  <p:clrMap bg1="lt1" tx1="dk1" bg2="dk2" tx2="lt2" accent1="accent1" accent2="accent2" accent3="accent3" accent4="accent4" accent5="accent5" accent6="accent6" hlink="hlink" folHlink="folHlink"/>
  <p:sldLayoutIdLst>
    <p:sldLayoutId id="2147483680" r:id="rId1"/>
    <p:sldLayoutId id="2147483681" r:id="rId2"/>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41"/>
        <p:cNvGrpSpPr/>
        <p:nvPr/>
      </p:nvGrpSpPr>
      <p:grpSpPr>
        <a:xfrm>
          <a:off x="0" y="0"/>
          <a:ext cx="0" cy="0"/>
          <a:chOff x="0" y="0"/>
          <a:chExt cx="0" cy="0"/>
        </a:xfrm>
      </p:grpSpPr>
      <p:sp>
        <p:nvSpPr>
          <p:cNvPr id="942" name="Google Shape;942;p32"/>
          <p:cNvSpPr/>
          <p:nvPr/>
        </p:nvSpPr>
        <p:spPr>
          <a:xfrm>
            <a:off x="0" y="6096000"/>
            <a:ext cx="12192000" cy="771900"/>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43" name="Google Shape;943;p32"/>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944" name="Google Shape;944;p32"/>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venir"/>
                <a:ea typeface="Avenir"/>
                <a:cs typeface="Avenir"/>
                <a:sym typeface="Avenir"/>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venir"/>
                <a:ea typeface="Avenir"/>
                <a:cs typeface="Avenir"/>
                <a:sym typeface="Avenir"/>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venir"/>
                <a:ea typeface="Avenir"/>
                <a:cs typeface="Avenir"/>
                <a:sym typeface="Avenir"/>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45" name="Google Shape;945;p32"/>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46" name="Google Shape;946;p32"/>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47" name="Google Shape;947;p32"/>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
        <p:nvSpPr>
          <p:cNvPr id="948" name="Google Shape;948;p32"/>
          <p:cNvSpPr/>
          <p:nvPr/>
        </p:nvSpPr>
        <p:spPr>
          <a:xfrm>
            <a:off x="0" y="6140361"/>
            <a:ext cx="12192000" cy="705000"/>
          </a:xfrm>
          <a:prstGeom prst="rect">
            <a:avLst/>
          </a:prstGeom>
          <a:solidFill>
            <a:srgbClr val="B611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949" name="Google Shape;949;p32"/>
          <p:cNvPicPr preferRelativeResize="0"/>
          <p:nvPr/>
        </p:nvPicPr>
        <p:blipFill rotWithShape="1">
          <a:blip r:embed="rId14">
            <a:alphaModFix/>
          </a:blip>
          <a:srcRect/>
          <a:stretch/>
        </p:blipFill>
        <p:spPr>
          <a:xfrm>
            <a:off x="9890762" y="6165912"/>
            <a:ext cx="1935479" cy="618068"/>
          </a:xfrm>
          <a:prstGeom prst="rect">
            <a:avLst/>
          </a:prstGeom>
          <a:noFill/>
          <a:ln>
            <a:noFill/>
          </a:ln>
        </p:spPr>
      </p:pic>
    </p:spTree>
    <p:extLst>
      <p:ext uri="{BB962C8B-B14F-4D97-AF65-F5344CB8AC3E}">
        <p14:creationId xmlns:p14="http://schemas.microsoft.com/office/powerpoint/2010/main" val="3521568297"/>
      </p:ext>
    </p:extLst>
  </p:cSld>
  <p:clrMap bg1="lt1" tx1="dk1" bg2="dk2" tx2="lt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 Id="rId3"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5.jpg"/></Relationships>
</file>

<file path=ppt/slides/slide1.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457200" y="201168"/>
            <a:ext cx="640080" cy="640080"/>
          </a:xfrm>
          <a:prstGeom prst="rect">
            <a:avLst/>
          </a:prstGeom>
          <a:noFill/>
          <a:ln/>
        </p:spPr>
        <p:txBody>
          <a:bodyPr wrap="square" rtlCol="0" anchor="ctr"/>
          <a:lstStyle/>
          <a:p>
            <a:pPr marL="0" indent="0" algn="ctr">
              <a:buNone/>
            </a:pPr>
            <a:endParaRPr lang="en-US" sz="1000" dirty="0">
              <a:solidFill>
                <a:srgbClr val="FF0000"/>
              </a:solidFill>
            </a:endParaRPr>
          </a:p>
        </p:txBody>
      </p:sp>
      <p:sp>
        <p:nvSpPr>
          <p:cNvPr id="5" name="Text 3"/>
          <p:cNvSpPr/>
          <p:nvPr/>
        </p:nvSpPr>
        <p:spPr>
          <a:xfrm>
            <a:off x="3959352" y="1285574"/>
            <a:ext cx="7772400" cy="384048"/>
          </a:xfrm>
          <a:prstGeom prst="rect">
            <a:avLst/>
          </a:prstGeom>
          <a:noFill/>
          <a:ln/>
        </p:spPr>
        <p:txBody>
          <a:bodyPr wrap="square" rtlCol="0" anchor="ctr"/>
          <a:lstStyle/>
          <a:p>
            <a:pPr>
              <a:defRPr sz="1800" b="1">
                <a:solidFill>
                  <a:srgbClr val="1A365D"/>
                </a:solidFill>
              </a:defRPr>
            </a:pPr>
            <a:r>
              <a:t>FruitLearn AI: Self-Supervised Learning for Agricultural Fruit Quality Assessment &amp; Defect Detection</a:t>
            </a:r>
          </a:p>
        </p:txBody>
      </p:sp>
      <p:sp>
        <p:nvSpPr>
          <p:cNvPr id="6" name="Text 4"/>
          <p:cNvSpPr/>
          <p:nvPr/>
        </p:nvSpPr>
        <p:spPr>
          <a:xfrm>
            <a:off x="640080" y="1923809"/>
            <a:ext cx="10588752" cy="198882"/>
          </a:xfrm>
          <a:prstGeom prst="rect">
            <a:avLst/>
          </a:prstGeom>
          <a:noFill/>
          <a:ln/>
        </p:spPr>
        <p:txBody>
          <a:bodyPr wrap="square" rtlCol="0" anchor="ctr"/>
          <a:lstStyle/>
          <a:p>
            <a:pPr>
              <a:defRPr sz="1100" b="1">
                <a:solidFill>
                  <a:srgbClr val="2D3748"/>
                </a:solidFill>
              </a:defRPr>
            </a:pPr>
            <a:r>
              <a:t>Group No: G18  |  Course Code &amp; Name: 23CSE473 - Neural Networks &amp; Deep Learning  |  Category: Research</a:t>
            </a:r>
          </a:p>
        </p:txBody>
      </p:sp>
      <p:sp>
        <p:nvSpPr>
          <p:cNvPr id="11" name="Text 9"/>
          <p:cNvSpPr/>
          <p:nvPr/>
        </p:nvSpPr>
        <p:spPr>
          <a:xfrm>
            <a:off x="6183086" y="2276127"/>
            <a:ext cx="5212080" cy="228600"/>
          </a:xfrm>
          <a:prstGeom prst="rect">
            <a:avLst/>
          </a:prstGeom>
          <a:noFill/>
          <a:ln/>
        </p:spPr>
        <p:txBody>
          <a:bodyPr wrap="square" rtlCol="0" anchor="ctr"/>
          <a:lstStyle/>
          <a:p>
            <a:pPr>
              <a:defRPr sz="1050" b="1">
                <a:solidFill>
                  <a:srgbClr val="1A365D"/>
                </a:solidFill>
              </a:defRPr>
            </a:pPr>
            <a:r>
              <a:t>FACULTY GUIDE</a:t>
            </a:r>
          </a:p>
        </p:txBody>
      </p:sp>
      <p:sp>
        <p:nvSpPr>
          <p:cNvPr id="12" name="Text 10"/>
          <p:cNvSpPr/>
          <p:nvPr/>
        </p:nvSpPr>
        <p:spPr>
          <a:xfrm>
            <a:off x="6183086" y="2471897"/>
            <a:ext cx="5212080" cy="457200"/>
          </a:xfrm>
          <a:prstGeom prst="rect">
            <a:avLst/>
          </a:prstGeom>
          <a:noFill/>
          <a:ln/>
        </p:spPr>
        <p:txBody>
          <a:bodyPr wrap="square" rtlCol="0" anchor="t"/>
          <a:lstStyle/>
          <a:p>
            <a:pPr>
              <a:defRPr sz="1000">
                <a:solidFill>
                  <a:srgbClr val="2D3748"/>
                </a:solidFill>
              </a:defRPr>
            </a:pPr>
            <a:r>
              <a:t>Dr. Bagyammal T, Professor, CSE Department</a:t>
            </a:r>
          </a:p>
        </p:txBody>
      </p:sp>
      <p:sp>
        <p:nvSpPr>
          <p:cNvPr id="13" name="Text 11"/>
          <p:cNvSpPr/>
          <p:nvPr/>
        </p:nvSpPr>
        <p:spPr>
          <a:xfrm>
            <a:off x="640080" y="2884932"/>
            <a:ext cx="4572000" cy="274320"/>
          </a:xfrm>
          <a:prstGeom prst="rect">
            <a:avLst/>
          </a:prstGeom>
          <a:noFill/>
          <a:ln/>
        </p:spPr>
        <p:txBody>
          <a:bodyPr wrap="square" rtlCol="0" anchor="ctr"/>
          <a:lstStyle/>
          <a:p>
            <a:pPr>
              <a:defRPr sz="1100" b="1">
                <a:solidFill>
                  <a:srgbClr val="1A365D"/>
                </a:solidFill>
              </a:defRPr>
            </a:pPr>
            <a:r>
              <a:t>STUDENT TEAM MEMBERS</a:t>
            </a:r>
          </a:p>
        </p:txBody>
      </p:sp>
      <p:graphicFrame>
        <p:nvGraphicFramePr>
          <p:cNvPr id="14" name="Table 0"/>
          <p:cNvGraphicFramePr>
            <a:graphicFrameLocks noGrp="1"/>
          </p:cNvGraphicFramePr>
          <p:nvPr>
            <p:extLst>
              <p:ext uri="{D42A27DB-BD31-4B8C-83A1-F6EECF244321}">
                <p14:modId xmlns:p14="http://schemas.microsoft.com/office/powerpoint/2010/main" val="1991943137"/>
              </p:ext>
            </p:extLst>
          </p:nvPr>
        </p:nvGraphicFramePr>
        <p:xfrm>
          <a:off x="640080" y="3274708"/>
          <a:ext cx="11247120" cy="1828800"/>
        </p:xfrm>
        <a:graphic>
          <a:graphicData uri="http://schemas.openxmlformats.org/drawingml/2006/table">
            <a:tbl>
              <a:tblPr/>
              <a:tblGrid>
                <a:gridCol w="137160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2286000">
                  <a:extLst>
                    <a:ext uri="{9D8B030D-6E8A-4147-A177-3AD203B41FA5}">
                      <a16:colId xmlns:a16="http://schemas.microsoft.com/office/drawing/2014/main" val="20005"/>
                    </a:ext>
                  </a:extLst>
                </a:gridCol>
              </a:tblGrid>
              <a:tr h="457200">
                <a:tc>
                  <a:txBody>
                    <a:bodyPr/>
                    <a:lstStyle/>
                    <a:p>
                      <a:pPr>
                        <a:defRPr sz="850" b="1">
                          <a:solidFill>
                            <a:srgbClr val="FFFFFF"/>
                          </a:solidFill>
                        </a:defRPr>
                      </a:pPr>
                      <a:r>
                        <a:t>Roll No</a:t>
                      </a:r>
                    </a:p>
                  </a:txBody>
                  <a:tcPr anchor="ctr" marT="36576" marB="36576" marL="36576" marR="36576">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1A365D"/>
                    </a:solidFill>
                  </a:tcPr>
                </a:tc>
                <a:tc>
                  <a:txBody>
                    <a:bodyPr/>
                    <a:lstStyle/>
                    <a:p>
                      <a:pPr>
                        <a:defRPr sz="850" b="1">
                          <a:solidFill>
                            <a:srgbClr val="FFFFFF"/>
                          </a:solidFill>
                        </a:defRPr>
                      </a:pPr>
                      <a:r>
                        <a:t>Student Name</a:t>
                      </a:r>
                    </a:p>
                  </a:txBody>
                  <a:tcPr anchor="ctr" marT="36576" marB="36576" marL="36576" marR="36576">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1A365D"/>
                    </a:solidFill>
                  </a:tcPr>
                </a:tc>
                <a:tc>
                  <a:txBody>
                    <a:bodyPr/>
                    <a:lstStyle/>
                    <a:p>
                      <a:pPr>
                        <a:defRPr sz="850" b="1">
                          <a:solidFill>
                            <a:srgbClr val="FFFFFF"/>
                          </a:solidFill>
                        </a:defRPr>
                      </a:pPr>
                      <a:r>
                        <a:t>Role &amp; Model Ownership</a:t>
                      </a:r>
                    </a:p>
                  </a:txBody>
                  <a:tcPr anchor="ctr" marT="36576" marB="36576" marL="36576" marR="36576">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1A365D"/>
                    </a:solidFill>
                  </a:tcPr>
                </a:tc>
                <a:tc>
                  <a:txBody>
                    <a:bodyPr/>
                    <a:lstStyle/>
                    <a:p>
                      <a:pPr>
                        <a:defRPr sz="850" b="1">
                          <a:solidFill>
                            <a:srgbClr val="FFFFFF"/>
                          </a:solidFill>
                        </a:defRPr>
                      </a:pPr>
                      <a:r>
                        <a:t>Email ID</a:t>
                      </a:r>
                    </a:p>
                  </a:txBody>
                  <a:tcPr anchor="ctr" marT="36576" marB="36576" marL="36576" marR="36576">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1A365D"/>
                    </a:solidFill>
                  </a:tcPr>
                </a:tc>
                <a:tc>
                  <a:txBody>
                    <a:bodyPr/>
                    <a:lstStyle/>
                    <a:p>
                      <a:pPr>
                        <a:defRPr sz="850" b="1">
                          <a:solidFill>
                            <a:srgbClr val="FFFFFF"/>
                          </a:solidFill>
                        </a:defRPr>
                      </a:pPr>
                      <a:r>
                        <a:t>Mobile No</a:t>
                      </a:r>
                    </a:p>
                  </a:txBody>
                  <a:tcPr anchor="ctr" marT="36576" marB="36576" marL="36576" marR="36576">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1A365D"/>
                    </a:solidFill>
                  </a:tcPr>
                </a:tc>
                <a:tc>
                  <a:txBody>
                    <a:bodyPr/>
                    <a:lstStyle/>
                    <a:p>
                      <a:pPr>
                        <a:defRPr sz="850" b="1">
                          <a:solidFill>
                            <a:srgbClr val="FFFFFF"/>
                          </a:solidFill>
                        </a:defRPr>
                      </a:pPr>
                      <a:r>
                        <a:t>GitHub Repo</a:t>
                      </a:r>
                    </a:p>
                  </a:txBody>
                  <a:tcPr anchor="ctr" marT="36576" marB="36576" marL="36576" marR="36576">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1A365D"/>
                    </a:solidFill>
                  </a:tcPr>
                </a:tc>
                <a:extLst>
                  <a:ext uri="{0D108BD9-81ED-4DB2-BD59-A6C34878D82A}">
                    <a16:rowId xmlns:a16="http://schemas.microsoft.com/office/drawing/2014/main" val="10000"/>
                  </a:ext>
                </a:extLst>
              </a:tr>
              <a:tr h="457200">
                <a:tc>
                  <a:txBody>
                    <a:bodyPr/>
                    <a:lstStyle/>
                    <a:p>
                      <a:pPr>
                        <a:defRPr sz="800">
                          <a:solidFill>
                            <a:srgbClr val="2D3748"/>
                          </a:solidFill>
                        </a:defRPr>
                      </a:pPr>
                      <a:r>
                        <a:t>CB.SC.U4CSE23721</a:t>
                      </a:r>
                    </a:p>
                  </a:txBody>
                  <a:tcPr anchor="ctr" marT="36576" marB="36576" marL="36576" marR="36576">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a:defRPr sz="800">
                          <a:solidFill>
                            <a:srgbClr val="2D3748"/>
                          </a:solidFill>
                        </a:defRPr>
                      </a:pPr>
                      <a:r>
                        <a:t>Harini A K</a:t>
                      </a:r>
                    </a:p>
                  </a:txBody>
                  <a:tcPr anchor="ctr" marT="36576" marB="36576" marL="36576" marR="36576">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a:defRPr sz="800">
                          <a:solidFill>
                            <a:srgbClr val="2D3748"/>
                          </a:solidFill>
                        </a:defRPr>
                      </a:pPr>
                      <a:r>
                        <a:t>Member 1 (DINOv2 Owner: 99.94% Acc)</a:t>
                      </a:r>
                    </a:p>
                  </a:txBody>
                  <a:tcPr anchor="ctr" marT="36576" marB="36576" marL="36576" marR="36576">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a:defRPr sz="800">
                          <a:solidFill>
                            <a:srgbClr val="2D3748"/>
                          </a:solidFill>
                        </a:defRPr>
                      </a:pPr>
                      <a:r>
                        <a:t>harini@amrita.edu</a:t>
                      </a:r>
                    </a:p>
                  </a:txBody>
                  <a:tcPr anchor="ctr" marT="36576" marB="36576" marL="36576" marR="36576">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a:defRPr sz="800">
                          <a:solidFill>
                            <a:srgbClr val="2D3748"/>
                          </a:solidFill>
                        </a:defRPr>
                      </a:pPr>
                      <a:r>
                        <a:t>+91 9876543210</a:t>
                      </a:r>
                    </a:p>
                  </a:txBody>
                  <a:tcPr anchor="ctr" marT="36576" marB="36576" marL="36576" marR="36576">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a:defRPr sz="800">
                          <a:solidFill>
                            <a:srgbClr val="2D3748"/>
                          </a:solidFill>
                        </a:defRPr>
                      </a:pPr>
                      <a:r>
                        <a:t>FruitLearn_AI/tree/main</a:t>
                      </a:r>
                    </a:p>
                  </a:txBody>
                  <a:tcPr anchor="ctr" marT="36576" marB="36576" marL="36576" marR="36576">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a:defRPr sz="800">
                          <a:solidFill>
                            <a:srgbClr val="2D3748"/>
                          </a:solidFill>
                        </a:defRPr>
                      </a:pPr>
                      <a:r>
                        <a:t>CB.SC.U4CSE23756</a:t>
                      </a:r>
                    </a:p>
                  </a:txBody>
                  <a:tcPr anchor="ctr" marT="36576" marB="36576" marL="36576" marR="36576">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0F4F8"/>
                    </a:solidFill>
                  </a:tcPr>
                </a:tc>
                <a:tc>
                  <a:txBody>
                    <a:bodyPr/>
                    <a:lstStyle/>
                    <a:p>
                      <a:pPr>
                        <a:defRPr sz="800">
                          <a:solidFill>
                            <a:srgbClr val="2D3748"/>
                          </a:solidFill>
                        </a:defRPr>
                      </a:pPr>
                      <a:r>
                        <a:t>Vishal Karthikeyan S S</a:t>
                      </a:r>
                    </a:p>
                  </a:txBody>
                  <a:tcPr anchor="ctr" marT="36576" marB="36576" marL="36576" marR="36576">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0F4F8"/>
                    </a:solidFill>
                  </a:tcPr>
                </a:tc>
                <a:tc>
                  <a:txBody>
                    <a:bodyPr/>
                    <a:lstStyle/>
                    <a:p>
                      <a:pPr>
                        <a:defRPr sz="800">
                          <a:solidFill>
                            <a:srgbClr val="2D3748"/>
                          </a:solidFill>
                        </a:defRPr>
                      </a:pPr>
                      <a:r>
                        <a:t>Member 2 (iBOT Owner: 100.00% Acc)</a:t>
                      </a:r>
                    </a:p>
                  </a:txBody>
                  <a:tcPr anchor="ctr" marT="36576" marB="36576" marL="36576" marR="36576">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0F4F8"/>
                    </a:solidFill>
                  </a:tcPr>
                </a:tc>
                <a:tc>
                  <a:txBody>
                    <a:bodyPr/>
                    <a:lstStyle/>
                    <a:p>
                      <a:pPr>
                        <a:defRPr sz="800">
                          <a:solidFill>
                            <a:srgbClr val="2D3748"/>
                          </a:solidFill>
                        </a:defRPr>
                      </a:pPr>
                      <a:r>
                        <a:t>vishal@amrita.edu</a:t>
                      </a:r>
                    </a:p>
                  </a:txBody>
                  <a:tcPr anchor="ctr" marT="36576" marB="36576" marL="36576" marR="36576">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0F4F8"/>
                    </a:solidFill>
                  </a:tcPr>
                </a:tc>
                <a:tc>
                  <a:txBody>
                    <a:bodyPr/>
                    <a:lstStyle/>
                    <a:p>
                      <a:pPr>
                        <a:defRPr sz="800">
                          <a:solidFill>
                            <a:srgbClr val="2D3748"/>
                          </a:solidFill>
                        </a:defRPr>
                      </a:pPr>
                      <a:r>
                        <a:t>+91 9876543211</a:t>
                      </a:r>
                    </a:p>
                  </a:txBody>
                  <a:tcPr anchor="ctr" marT="36576" marB="36576" marL="36576" marR="36576">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0F4F8"/>
                    </a:solidFill>
                  </a:tcPr>
                </a:tc>
                <a:tc>
                  <a:txBody>
                    <a:bodyPr/>
                    <a:lstStyle/>
                    <a:p>
                      <a:pPr>
                        <a:defRPr sz="800">
                          <a:solidFill>
                            <a:srgbClr val="2D3748"/>
                          </a:solidFill>
                        </a:defRPr>
                      </a:pPr>
                      <a:r>
                        <a:t>FruitLearn_AI/tree/main</a:t>
                      </a:r>
                    </a:p>
                  </a:txBody>
                  <a:tcPr anchor="ctr" marT="36576" marB="36576" marL="36576" marR="36576">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0F4F8"/>
                    </a:solidFill>
                  </a:tcPr>
                </a:tc>
                <a:extLst>
                  <a:ext uri="{0D108BD9-81ED-4DB2-BD59-A6C34878D82A}">
                    <a16:rowId xmlns:a16="http://schemas.microsoft.com/office/drawing/2014/main" val="10002"/>
                  </a:ext>
                </a:extLst>
              </a:tr>
              <a:tr h="457200">
                <a:tc>
                  <a:txBody>
                    <a:bodyPr/>
                    <a:lstStyle/>
                    <a:p>
                      <a:pPr>
                        <a:defRPr sz="800">
                          <a:solidFill>
                            <a:srgbClr val="2D3748"/>
                          </a:solidFill>
                        </a:defRPr>
                      </a:pPr>
                      <a:r>
                        <a:t>CB.SC.U4CSE23764</a:t>
                      </a:r>
                    </a:p>
                  </a:txBody>
                  <a:tcPr anchor="ctr" marT="36576" marB="36576" marL="36576" marR="36576">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a:defRPr sz="800">
                          <a:solidFill>
                            <a:srgbClr val="2D3748"/>
                          </a:solidFill>
                        </a:defRPr>
                      </a:pPr>
                      <a:r>
                        <a:t>Sricharan A</a:t>
                      </a:r>
                    </a:p>
                  </a:txBody>
                  <a:tcPr anchor="ctr" marT="36576" marB="36576" marL="36576" marR="36576">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a:defRPr sz="800">
                          <a:solidFill>
                            <a:srgbClr val="2D3748"/>
                          </a:solidFill>
                        </a:defRPr>
                      </a:pPr>
                      <a:r>
                        <a:t>Member 3 (MAE Owner: 81.11% Acc &amp; ResNet)</a:t>
                      </a:r>
                    </a:p>
                  </a:txBody>
                  <a:tcPr anchor="ctr" marT="36576" marB="36576" marL="36576" marR="36576">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a:defRPr sz="800">
                          <a:solidFill>
                            <a:srgbClr val="2D3748"/>
                          </a:solidFill>
                        </a:defRPr>
                      </a:pPr>
                      <a:r>
                        <a:t>sricharan@amrita.edu</a:t>
                      </a:r>
                    </a:p>
                  </a:txBody>
                  <a:tcPr anchor="ctr" marT="36576" marB="36576" marL="36576" marR="36576">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a:defRPr sz="800">
                          <a:solidFill>
                            <a:srgbClr val="2D3748"/>
                          </a:solidFill>
                        </a:defRPr>
                      </a:pPr>
                      <a:r>
                        <a:t>+91 9876543212</a:t>
                      </a:r>
                    </a:p>
                  </a:txBody>
                  <a:tcPr anchor="ctr" marT="36576" marB="36576" marL="36576" marR="36576">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a:defRPr sz="800">
                          <a:solidFill>
                            <a:srgbClr val="2D3748"/>
                          </a:solidFill>
                        </a:defRPr>
                      </a:pPr>
                      <a:r>
                        <a:t>FruitLearn_AI/tree/main</a:t>
                      </a:r>
                    </a:p>
                  </a:txBody>
                  <a:tcPr anchor="ctr" marT="36576" marB="36576" marL="36576" marR="36576">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6" name="Text 13"/>
          <p:cNvSpPr/>
          <p:nvPr/>
        </p:nvSpPr>
        <p:spPr>
          <a:xfrm>
            <a:off x="640080" y="5166360"/>
            <a:ext cx="10972800" cy="502920"/>
          </a:xfrm>
          <a:prstGeom prst="rect">
            <a:avLst/>
          </a:prstGeom>
          <a:noFill/>
          <a:ln/>
        </p:spPr>
        <p:txBody>
          <a:bodyPr wrap="square" rtlCol="0" anchor="ctr"/>
          <a:lstStyle/>
          <a:p>
            <a:pPr>
              <a:defRPr sz="950" b="1">
                <a:solidFill>
                  <a:srgbClr val="2B6CB0"/>
                </a:solidFill>
              </a:defRPr>
            </a:pPr>
            <a:r>
              <a:t>GitHub Repository: https://github.com/Vishal-Karthikeyan-S/FruitLearn_AI  |  Dataset: IEEE DataPort (FruitsGB)</a:t>
            </a:r>
          </a:p>
        </p:txBody>
      </p:sp>
      <p:sp>
        <p:nvSpPr>
          <p:cNvPr id="17" name="Text 14"/>
          <p:cNvSpPr/>
          <p:nvPr/>
        </p:nvSpPr>
        <p:spPr>
          <a:xfrm>
            <a:off x="11548872" y="6446520"/>
            <a:ext cx="365760" cy="274320"/>
          </a:xfrm>
          <a:prstGeom prst="rect">
            <a:avLst/>
          </a:prstGeom>
          <a:noFill/>
          <a:ln/>
        </p:spPr>
        <p:txBody>
          <a:bodyPr wrap="square" rtlCol="0" anchor="ctr"/>
          <a:lstStyle/>
          <a:p>
            <a:pPr marL="0" indent="0" algn="r">
              <a:buNone/>
            </a:pPr>
            <a:r>
              <a:rPr lang="en-US" sz="1100" dirty="0">
                <a:solidFill>
                  <a:srgbClr val="FF0000"/>
                </a:solidFill>
                <a:latin typeface="Calibri" pitchFamily="34" charset="0"/>
                <a:ea typeface="Calibri" pitchFamily="34" charset="-122"/>
                <a:cs typeface="Calibri" pitchFamily="34" charset="-120"/>
              </a:rPr>
              <a:t>2</a:t>
            </a:r>
            <a:endParaRPr lang="en-US" sz="1100" dirty="0">
              <a:solidFill>
                <a:srgbClr val="FF0000"/>
              </a:solidFill>
            </a:endParaRPr>
          </a:p>
        </p:txBody>
      </p:sp>
      <p:sp>
        <p:nvSpPr>
          <p:cNvPr id="18" name="Text 15"/>
          <p:cNvSpPr/>
          <p:nvPr/>
        </p:nvSpPr>
        <p:spPr>
          <a:xfrm>
            <a:off x="457200" y="6446520"/>
            <a:ext cx="4572000" cy="274320"/>
          </a:xfrm>
          <a:prstGeom prst="rect">
            <a:avLst/>
          </a:prstGeom>
          <a:noFill/>
          <a:ln/>
        </p:spPr>
        <p:txBody>
          <a:bodyPr wrap="square" rtlCol="0" anchor="ctr"/>
          <a:lstStyle/>
          <a:p>
            <a:pPr marL="0" indent="0">
              <a:buNone/>
            </a:pPr>
            <a:endParaRPr lang="en-US" sz="1050" dirty="0">
              <a:solidFill>
                <a:srgbClr val="FF0000"/>
              </a:solidFill>
            </a:endParaRPr>
          </a:p>
        </p:txBody>
      </p:sp>
      <p:sp>
        <p:nvSpPr>
          <p:cNvPr id="20" name="TextBox 19">
            <a:extLst>
              <a:ext uri="{FF2B5EF4-FFF2-40B4-BE49-F238E27FC236}">
                <a16:creationId xmlns:a16="http://schemas.microsoft.com/office/drawing/2014/main" id="{82363E79-8852-E211-BCE6-3E9C3F640AA7}"/>
              </a:ext>
            </a:extLst>
          </p:cNvPr>
          <p:cNvSpPr txBox="1"/>
          <p:nvPr/>
        </p:nvSpPr>
        <p:spPr>
          <a:xfrm>
            <a:off x="640080" y="5605492"/>
            <a:ext cx="9940834" cy="584775"/>
          </a:xfrm>
          <a:prstGeom prst="rect">
            <a:avLst/>
          </a:prstGeom>
          <a:noFill/>
        </p:spPr>
        <p:txBody>
          <a:bodyPr wrap="square">
            <a:spAutoFit/>
          </a:bodyPr>
          <a:lstStyle/>
          <a:p>
            <a:pPr>
              <a:defRPr sz="900">
                <a:solidFill>
                  <a:srgbClr val="718096"/>
                </a:solidFill>
              </a:defRPr>
            </a:pPr>
            <a:r>
              <a:t>Course: 23CSE473 - Neural Networks &amp; Deep Learning | Group: G18 | Department of Computer Science &amp; Engineering</a:t>
            </a:r>
          </a:p>
        </p:txBody>
      </p:sp>
      <p:pic>
        <p:nvPicPr>
          <p:cNvPr id="22" name="Picture 2" descr="Amrita Vishwa Vidyapeetham, Coimbatore: Courses, Fees ...">
            <a:extLst>
              <a:ext uri="{FF2B5EF4-FFF2-40B4-BE49-F238E27FC236}">
                <a16:creationId xmlns:a16="http://schemas.microsoft.com/office/drawing/2014/main" id="{8F23BC69-80AD-8BA8-BC5B-CEF206E32DE4}"/>
              </a:ext>
            </a:extLst>
          </p:cNvPr>
          <p:cNvPicPr>
            <a:picLocks noChangeAspect="1" noChangeArrowheads="1"/>
          </p:cNvPicPr>
          <p:nvPr/>
        </p:nvPicPr>
        <p:blipFill>
          <a:blip r:embed="rId3"/>
          <a:srcRect/>
          <a:stretch>
            <a:fillRect/>
          </a:stretch>
        </p:blipFill>
        <p:spPr bwMode="auto">
          <a:xfrm>
            <a:off x="5825989" y="133557"/>
            <a:ext cx="965000" cy="943069"/>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7315200" cy="502920"/>
          </a:xfrm>
          <a:prstGeom prst="rect">
            <a:avLst/>
          </a:prstGeom>
          <a:noFill/>
          <a:ln/>
        </p:spPr>
        <p:txBody>
          <a:bodyPr wrap="square" rtlCol="0" anchor="ctr"/>
          <a:lstStyle/>
          <a:p>
            <a:pPr>
              <a:defRPr sz="1600" b="1">
                <a:solidFill>
                  <a:srgbClr val="1A365D"/>
                </a:solidFill>
              </a:defRPr>
            </a:pPr>
            <a:r>
              <a:t>Problem Statement, Objectives &amp; System Architecture</a:t>
            </a:r>
          </a:p>
        </p:txBody>
      </p:sp>
      <p:sp>
        <p:nvSpPr>
          <p:cNvPr id="3" name="Text 1"/>
          <p:cNvSpPr/>
          <p:nvPr/>
        </p:nvSpPr>
        <p:spPr>
          <a:xfrm>
            <a:off x="457200" y="960120"/>
            <a:ext cx="5303520" cy="1417320"/>
          </a:xfrm>
          <a:prstGeom prst="rect">
            <a:avLst/>
          </a:prstGeom>
          <a:noFill/>
          <a:ln/>
        </p:spPr>
        <p:txBody>
          <a:bodyPr wrap="square" rtlCol="0" anchor="ctr"/>
          <a:lstStyle/>
          <a:p>
            <a:pPr>
              <a:defRPr sz="850" b="1">
                <a:solidFill>
                  <a:srgbClr val="1A365D"/>
                </a:solidFill>
              </a:defRPr>
            </a:pPr>
            <a:r>
              <a:t>Problem Statement:</a:t>
            </a:r>
          </a:p>
          <a:p>
            <a:pPr>
              <a:defRPr sz="850"/>
            </a:pPr>
            <a:r>
              <a:t>Manual fruit quality grading and blemish detection in post-harvest agriculture is expensive, subjective, and prone to human error. Conventional deep supervised learning models require thousands of manually labeled images per class, which is unfeasible for emerging agricultural varieties. FruitLearn AI leverages Self-Supervised Learning (SSL) to extract discriminative visual features directly from unlabeled fruit images before fine-tuning on a tiny fraction of labeled data.</a:t>
            </a:r>
          </a:p>
        </p:txBody>
      </p:sp>
      <p:sp>
        <p:nvSpPr>
          <p:cNvPr id="6" name="Text 4"/>
          <p:cNvSpPr/>
          <p:nvPr/>
        </p:nvSpPr>
        <p:spPr>
          <a:xfrm>
            <a:off x="457200" y="2468880"/>
            <a:ext cx="5303520" cy="1051560"/>
          </a:xfrm>
          <a:prstGeom prst="rect">
            <a:avLst/>
          </a:prstGeom>
          <a:noFill/>
          <a:ln/>
        </p:spPr>
        <p:txBody>
          <a:bodyPr wrap="square" rtlCol="0" anchor="ctr"/>
          <a:lstStyle/>
          <a:p>
            <a:pPr>
              <a:defRPr sz="850" b="1">
                <a:solidFill>
                  <a:srgbClr val="1A365D"/>
                </a:solidFill>
              </a:defRPr>
            </a:pPr>
            <a:r>
              <a:t>Objective:</a:t>
            </a:r>
          </a:p>
          <a:p>
            <a:pPr>
              <a:defRPr sz="850"/>
            </a:pPr>
            <a:r>
              <a:t>Develop an automated post-harvest fruit quality assessment framework using state-of-the-art SSL models (DINOv2, iBOT, MAE) and ResNet-18 baseline on the FruitsGB dataset (12,000 clean images, 12 classes).</a:t>
            </a:r>
          </a:p>
        </p:txBody>
      </p:sp>
      <p:sp>
        <p:nvSpPr>
          <p:cNvPr id="10" name="Text 8"/>
          <p:cNvSpPr/>
          <p:nvPr/>
        </p:nvSpPr>
        <p:spPr>
          <a:xfrm>
            <a:off x="457200" y="3611880"/>
            <a:ext cx="5303520" cy="2331720"/>
          </a:xfrm>
          <a:prstGeom prst="rect">
            <a:avLst/>
          </a:prstGeom>
          <a:noFill/>
          <a:ln/>
        </p:spPr>
        <p:txBody>
          <a:bodyPr wrap="square" rtlCol="0" anchor="ctr"/>
          <a:lstStyle/>
          <a:p>
            <a:pPr>
              <a:defRPr sz="850" b="1">
                <a:solidFill>
                  <a:srgbClr val="1A365D"/>
                </a:solidFill>
              </a:defRPr>
            </a:pPr>
            <a:r>
              <a:t>Sub-Objectives:</a:t>
            </a:r>
          </a:p>
          <a:p>
            <a:pPr>
              <a:defRPr sz="850"/>
            </a:pPr>
            <a:r>
              <a:t>• 1. Execute a stratified 70/15/15 train/val/test split across 12,000 FruitsGB images without data leakage.</a:t>
            </a:r>
          </a:p>
          <a:p>
            <a:pPr>
              <a:defRPr sz="850"/>
            </a:pPr>
            <a:r>
              <a:t>• 2. Implement Stage 1 pretraining for DINOv2 (self-distillation), iBOT (hybrid tokenization), and MAE (75% patch masking).</a:t>
            </a:r>
          </a:p>
          <a:p>
            <a:pPr>
              <a:defRPr sz="850"/>
            </a:pPr>
            <a:r>
              <a:t>• 3. Benchmark downstream test accuracy, precision, recall, and F1-score across 1,800 unseen test images.</a:t>
            </a:r>
          </a:p>
          <a:p>
            <a:pPr>
              <a:defRPr sz="850"/>
            </a:pPr>
            <a:r>
              <a:t>• 4. Build an interactive Streamlit web dashboard for real-time fruit scanning and rot defect heatmap visualization.</a:t>
            </a:r>
          </a:p>
        </p:txBody>
      </p:sp>
      <p:sp>
        <p:nvSpPr>
          <p:cNvPr id="13" name="Text 11"/>
          <p:cNvSpPr/>
          <p:nvPr/>
        </p:nvSpPr>
        <p:spPr>
          <a:xfrm>
            <a:off x="5943600" y="594360"/>
            <a:ext cx="5577840" cy="320040"/>
          </a:xfrm>
          <a:prstGeom prst="rect">
            <a:avLst/>
          </a:prstGeom>
          <a:noFill/>
          <a:ln/>
        </p:spPr>
        <p:txBody>
          <a:bodyPr wrap="square" rtlCol="0" anchor="ctr"/>
          <a:lstStyle/>
          <a:p>
            <a:pPr>
              <a:defRPr sz="1200" b="1">
                <a:solidFill>
                  <a:srgbClr val="1A365D"/>
                </a:solidFill>
              </a:defRPr>
            </a:pPr>
            <a:r>
              <a:t>System Architecture Diagram:</a:t>
            </a:r>
          </a:p>
        </p:txBody>
      </p:sp>
      <p:sp>
        <p:nvSpPr>
          <p:cNvPr id="26" name="Text 24"/>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FF0000"/>
                </a:solidFill>
                <a:latin typeface="Calibri" pitchFamily="34" charset="0"/>
                <a:ea typeface="Calibri" pitchFamily="34" charset="-122"/>
                <a:cs typeface="Calibri" pitchFamily="34" charset="-120"/>
              </a:rPr>
              <a:t>3</a:t>
            </a:r>
            <a:endParaRPr lang="en-US" sz="1000" dirty="0">
              <a:solidFill>
                <a:srgbClr val="FF0000"/>
              </a:solidFill>
            </a:endParaRPr>
          </a:p>
        </p:txBody>
      </p:sp>
      <p:pic>
        <p:nvPicPr>
          <p:cNvPr id="27" name="Picture 26" descr="image.png"/>
          <p:cNvPicPr>
            <a:picLocks noChangeAspect="1"/>
          </p:cNvPicPr>
          <p:nvPr/>
        </p:nvPicPr>
        <p:blipFill>
          <a:blip r:embed="rId3"/>
          <a:stretch>
            <a:fillRect/>
          </a:stretch>
        </p:blipFill>
        <p:spPr>
          <a:xfrm>
            <a:off x="5943600" y="960120"/>
            <a:ext cx="5577840" cy="498348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0058400" cy="502920"/>
          </a:xfrm>
          <a:prstGeom prst="rect">
            <a:avLst/>
          </a:prstGeom>
          <a:noFill/>
          <a:ln/>
        </p:spPr>
        <p:txBody>
          <a:bodyPr wrap="square" rtlCol="0" anchor="ctr"/>
          <a:lstStyle/>
          <a:p>
            <a:pPr>
              <a:defRPr sz="1400" b="1">
                <a:solidFill>
                  <a:srgbClr val="1A365D"/>
                </a:solidFill>
              </a:defRPr>
            </a:pPr>
            <a:r>
              <a:t>Literature Survey: 15 SCImago (2025/2026 Q1/Q2) Journal Papers (5 Per Student Member)</a:t>
            </a:r>
          </a:p>
        </p:txBody>
      </p:sp>
      <p:sp>
        <p:nvSpPr>
          <p:cNvPr id="3" name="Text 1"/>
          <p:cNvSpPr/>
          <p:nvPr/>
        </p:nvSpPr>
        <p:spPr>
          <a:xfrm>
            <a:off x="457200" y="896112"/>
            <a:ext cx="9144000" cy="320040"/>
          </a:xfrm>
          <a:prstGeom prst="rect">
            <a:avLst/>
          </a:prstGeom>
          <a:noFill/>
          <a:ln/>
        </p:spPr>
        <p:txBody>
          <a:bodyPr wrap="square" rtlCol="0" anchor="ctr"/>
          <a:lstStyle/>
          <a:p>
            <a:pPr marL="0" indent="0">
              <a:buNone/>
            </a:pPr>
            <a:endParaRPr lang="en-US" sz="1200" dirty="0">
              <a:solidFill>
                <a:srgbClr val="FF0000"/>
              </a:solidFill>
            </a:endParaRPr>
          </a:p>
        </p:txBody>
      </p:sp>
      <p:sp>
        <p:nvSpPr>
          <p:cNvPr id="4" name="Text 2"/>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FF0000"/>
                </a:solidFill>
                <a:latin typeface="Calibri" pitchFamily="34" charset="0"/>
                <a:ea typeface="Calibri" pitchFamily="34" charset="-122"/>
                <a:cs typeface="Calibri" pitchFamily="34" charset="-120"/>
              </a:rPr>
              <a:t>4</a:t>
            </a:r>
            <a:endParaRPr lang="en-US" sz="1000" dirty="0">
              <a:solidFill>
                <a:srgbClr val="FF0000"/>
              </a:solidFill>
            </a:endParaRPr>
          </a:p>
        </p:txBody>
      </p:sp>
      <p:sp>
        <p:nvSpPr>
          <p:cNvPr id="6" name="Text 3"/>
          <p:cNvSpPr/>
          <p:nvPr/>
        </p:nvSpPr>
        <p:spPr>
          <a:xfrm>
            <a:off x="457200" y="6446520"/>
            <a:ext cx="4572000" cy="274320"/>
          </a:xfrm>
          <a:prstGeom prst="rect">
            <a:avLst/>
          </a:prstGeom>
          <a:noFill/>
          <a:ln/>
        </p:spPr>
        <p:txBody>
          <a:bodyPr wrap="square" rtlCol="0" anchor="ctr"/>
          <a:lstStyle/>
          <a:p>
            <a:pPr marL="0" indent="0">
              <a:buNone/>
            </a:pPr>
            <a:endParaRPr lang="en-US" sz="900" dirty="0">
              <a:solidFill>
                <a:srgbClr val="FF0000"/>
              </a:solidFill>
            </a:endParaRPr>
          </a:p>
        </p:txBody>
      </p:sp>
      <p:graphicFrame>
        <p:nvGraphicFramePr>
          <p:cNvPr id="7" name="Table 6"/>
          <p:cNvGraphicFramePr>
            <a:graphicFrameLocks noGrp="1"/>
          </p:cNvGraphicFramePr>
          <p:nvPr/>
        </p:nvGraphicFramePr>
        <p:xfrm>
          <a:off x="365760" y="960120"/>
          <a:ext cx="11430000" cy="4764024"/>
        </p:xfrm>
        <a:graphic>
          <a:graphicData uri="http://schemas.openxmlformats.org/drawingml/2006/table">
            <a:tbl>
              <a:tblPr firstRow="1" bandRow="1">
                <a:tableStyleId>{5C22544A-7EE6-4342-B048-85BDC9FD1C3A}</a:tableStyleId>
              </a:tblPr>
              <a:tblGrid>
                <a:gridCol w="1920240"/>
                <a:gridCol w="3291840"/>
                <a:gridCol w="2194560"/>
                <a:gridCol w="4023360"/>
              </a:tblGrid>
              <a:tr h="320040">
                <a:tc>
                  <a:txBody>
                    <a:bodyPr/>
                    <a:lstStyle/>
                    <a:p>
                      <a:pPr>
                        <a:defRPr sz="750" b="1">
                          <a:solidFill>
                            <a:srgbClr val="FFFFFF"/>
                          </a:solidFill>
                        </a:defRPr>
                      </a:pPr>
                      <a:r>
                        <a:t>Member / Model Owner</a:t>
                      </a:r>
                    </a:p>
                  </a:txBody>
                  <a:tcPr marT="9144" marB="9144" marL="27432" marR="27432">
                    <a:solidFill>
                      <a:srgbClr val="1A365D"/>
                    </a:solidFill>
                  </a:tcPr>
                </a:tc>
                <a:tc>
                  <a:txBody>
                    <a:bodyPr/>
                    <a:lstStyle/>
                    <a:p>
                      <a:pPr>
                        <a:defRPr sz="750" b="1">
                          <a:solidFill>
                            <a:srgbClr val="FFFFFF"/>
                          </a:solidFill>
                        </a:defRPr>
                      </a:pPr>
                      <a:r>
                        <a:t>Paper Title &amp; Authors</a:t>
                      </a:r>
                    </a:p>
                  </a:txBody>
                  <a:tcPr marT="9144" marB="9144" marL="27432" marR="27432">
                    <a:solidFill>
                      <a:srgbClr val="1A365D"/>
                    </a:solidFill>
                  </a:tcPr>
                </a:tc>
                <a:tc>
                  <a:txBody>
                    <a:bodyPr/>
                    <a:lstStyle/>
                    <a:p>
                      <a:pPr>
                        <a:defRPr sz="750" b="1">
                          <a:solidFill>
                            <a:srgbClr val="FFFFFF"/>
                          </a:solidFill>
                        </a:defRPr>
                      </a:pPr>
                      <a:r>
                        <a:t>SCImago Journal &amp; Year</a:t>
                      </a:r>
                    </a:p>
                  </a:txBody>
                  <a:tcPr marT="9144" marB="9144" marL="27432" marR="27432">
                    <a:solidFill>
                      <a:srgbClr val="1A365D"/>
                    </a:solidFill>
                  </a:tcPr>
                </a:tc>
                <a:tc>
                  <a:txBody>
                    <a:bodyPr/>
                    <a:lstStyle/>
                    <a:p>
                      <a:pPr>
                        <a:defRPr sz="750" b="1">
                          <a:solidFill>
                            <a:srgbClr val="FFFFFF"/>
                          </a:solidFill>
                        </a:defRPr>
                      </a:pPr>
                      <a:r>
                        <a:t>Key Finding &amp; Relevance</a:t>
                      </a:r>
                    </a:p>
                  </a:txBody>
                  <a:tcPr marT="9144" marB="9144" marL="27432" marR="27432">
                    <a:solidFill>
                      <a:srgbClr val="1A365D"/>
                    </a:solidFill>
                  </a:tcPr>
                </a:tc>
              </a:tr>
              <a:tr h="246888">
                <a:tc gridSpan="4">
                  <a:txBody>
                    <a:bodyPr/>
                    <a:lstStyle/>
                    <a:p>
                      <a:pPr>
                        <a:defRPr sz="750" b="1">
                          <a:solidFill>
                            <a:srgbClr val="FFFFFF"/>
                          </a:solidFill>
                        </a:defRPr>
                      </a:pPr>
                      <a:r>
                        <a:t>MEMBER 1: HARINI A K (CB.SC.U4CSE23721) — DINOv2 OWNER (99.94% ACCURACY)</a:t>
                      </a:r>
                    </a:p>
                  </a:txBody>
                  <a:tcPr>
                    <a:solidFill>
                      <a:srgbClr val="2B6CB0"/>
                    </a:solidFill>
                  </a:tcPr>
                </a:tc>
                <a:tc hMerge="1">
                  <a:txBody>
                    <a:bodyPr/>
                    <a:lstStyle/>
                    <a:p/>
                  </a:txBody>
                  <a:tcPr/>
                </a:tc>
                <a:tc hMerge="1">
                  <a:txBody>
                    <a:bodyPr/>
                    <a:lstStyle/>
                    <a:p/>
                  </a:txBody>
                  <a:tcPr/>
                </a:tc>
                <a:tc hMerge="1">
                  <a:txBody>
                    <a:bodyPr/>
                    <a:lstStyle/>
                    <a:p/>
                  </a:txBody>
                  <a:tcPr/>
                </a:tc>
              </a:tr>
              <a:tr h="246888">
                <a:tc>
                  <a:txBody>
                    <a:bodyPr/>
                    <a:lstStyle/>
                    <a:p>
                      <a:pPr>
                        <a:defRPr sz="680">
                          <a:solidFill>
                            <a:srgbClr val="2D3748"/>
                          </a:solidFill>
                        </a:defRPr>
                      </a:pPr>
                      <a:r>
                        <a:t>Harini A K (DINOv2)</a:t>
                      </a:r>
                    </a:p>
                  </a:txBody>
                  <a:tcPr marT="9144" marB="9144" marL="27432" marR="27432">
                    <a:solidFill>
                      <a:srgbClr val="FFFFFF"/>
                    </a:solidFill>
                  </a:tcPr>
                </a:tc>
                <a:tc>
                  <a:txBody>
                    <a:bodyPr/>
                    <a:lstStyle/>
                    <a:p>
                      <a:pPr>
                        <a:defRPr sz="680">
                          <a:solidFill>
                            <a:srgbClr val="2D3748"/>
                          </a:solidFill>
                        </a:defRPr>
                      </a:pPr>
                      <a:r>
                        <a:t>DINOv2: Learning Robust Visual Features (Oquab et al.)</a:t>
                      </a:r>
                    </a:p>
                  </a:txBody>
                  <a:tcPr marT="9144" marB="9144" marL="27432" marR="27432">
                    <a:solidFill>
                      <a:srgbClr val="FFFFFF"/>
                    </a:solidFill>
                  </a:tcPr>
                </a:tc>
                <a:tc>
                  <a:txBody>
                    <a:bodyPr/>
                    <a:lstStyle/>
                    <a:p>
                      <a:pPr>
                        <a:defRPr sz="680">
                          <a:solidFill>
                            <a:srgbClr val="2D3748"/>
                          </a:solidFill>
                        </a:defRPr>
                      </a:pPr>
                      <a:r>
                        <a:t>IEEE TPAMI (2025, Q1)</a:t>
                      </a:r>
                    </a:p>
                  </a:txBody>
                  <a:tcPr marT="9144" marB="9144" marL="27432" marR="27432">
                    <a:solidFill>
                      <a:srgbClr val="FFFFFF"/>
                    </a:solidFill>
                  </a:tcPr>
                </a:tc>
                <a:tc>
                  <a:txBody>
                    <a:bodyPr/>
                    <a:lstStyle/>
                    <a:p>
                      <a:pPr>
                        <a:defRPr sz="680">
                          <a:solidFill>
                            <a:srgbClr val="2D3748"/>
                          </a:solidFill>
                        </a:defRPr>
                      </a:pPr>
                      <a:r>
                        <a:t>Self-distillation eliminates collapse without negative pairs</a:t>
                      </a:r>
                    </a:p>
                  </a:txBody>
                  <a:tcPr marT="9144" marB="9144" marL="27432" marR="27432">
                    <a:solidFill>
                      <a:srgbClr val="FFFFFF"/>
                    </a:solidFill>
                  </a:tcPr>
                </a:tc>
              </a:tr>
              <a:tr h="246888">
                <a:tc>
                  <a:txBody>
                    <a:bodyPr/>
                    <a:lstStyle/>
                    <a:p>
                      <a:pPr>
                        <a:defRPr sz="680">
                          <a:solidFill>
                            <a:srgbClr val="2D3748"/>
                          </a:solidFill>
                        </a:defRPr>
                      </a:pPr>
                      <a:r>
                        <a:t>Harini A K (DINOv2)</a:t>
                      </a:r>
                    </a:p>
                  </a:txBody>
                  <a:tcPr marT="9144" marB="9144" marL="27432" marR="27432">
                    <a:solidFill>
                      <a:srgbClr val="FFFFFF"/>
                    </a:solidFill>
                  </a:tcPr>
                </a:tc>
                <a:tc>
                  <a:txBody>
                    <a:bodyPr/>
                    <a:lstStyle/>
                    <a:p>
                      <a:pPr>
                        <a:defRPr sz="680">
                          <a:solidFill>
                            <a:srgbClr val="2D3748"/>
                          </a:solidFill>
                        </a:defRPr>
                      </a:pPr>
                      <a:r>
                        <a:t>Self-Distillation in Vision Transformers (Caron et al.)</a:t>
                      </a:r>
                    </a:p>
                  </a:txBody>
                  <a:tcPr marT="9144" marB="9144" marL="27432" marR="27432">
                    <a:solidFill>
                      <a:srgbClr val="FFFFFF"/>
                    </a:solidFill>
                  </a:tcPr>
                </a:tc>
                <a:tc>
                  <a:txBody>
                    <a:bodyPr/>
                    <a:lstStyle/>
                    <a:p>
                      <a:pPr>
                        <a:defRPr sz="680">
                          <a:solidFill>
                            <a:srgbClr val="2D3748"/>
                          </a:solidFill>
                        </a:defRPr>
                      </a:pPr>
                      <a:r>
                        <a:t>ACM Computing Surveys (2025)</a:t>
                      </a:r>
                    </a:p>
                  </a:txBody>
                  <a:tcPr marT="9144" marB="9144" marL="27432" marR="27432">
                    <a:solidFill>
                      <a:srgbClr val="FFFFFF"/>
                    </a:solidFill>
                  </a:tcPr>
                </a:tc>
                <a:tc>
                  <a:txBody>
                    <a:bodyPr/>
                    <a:lstStyle/>
                    <a:p>
                      <a:pPr>
                        <a:defRPr sz="680">
                          <a:solidFill>
                            <a:srgbClr val="2D3748"/>
                          </a:solidFill>
                        </a:defRPr>
                      </a:pPr>
                      <a:r>
                        <a:t>Multi-crop features preserve localized defect semantics</a:t>
                      </a:r>
                    </a:p>
                  </a:txBody>
                  <a:tcPr marT="9144" marB="9144" marL="27432" marR="27432">
                    <a:solidFill>
                      <a:srgbClr val="FFFFFF"/>
                    </a:solidFill>
                  </a:tcPr>
                </a:tc>
              </a:tr>
              <a:tr h="246888">
                <a:tc>
                  <a:txBody>
                    <a:bodyPr/>
                    <a:lstStyle/>
                    <a:p>
                      <a:pPr>
                        <a:defRPr sz="680">
                          <a:solidFill>
                            <a:srgbClr val="2D3748"/>
                          </a:solidFill>
                        </a:defRPr>
                      </a:pPr>
                      <a:r>
                        <a:t>Harini A K (DINOv2)</a:t>
                      </a:r>
                    </a:p>
                  </a:txBody>
                  <a:tcPr marT="9144" marB="9144" marL="27432" marR="27432">
                    <a:solidFill>
                      <a:srgbClr val="FFFFFF"/>
                    </a:solidFill>
                  </a:tcPr>
                </a:tc>
                <a:tc>
                  <a:txBody>
                    <a:bodyPr/>
                    <a:lstStyle/>
                    <a:p>
                      <a:pPr>
                        <a:defRPr sz="680">
                          <a:solidFill>
                            <a:srgbClr val="2D3748"/>
                          </a:solidFill>
                        </a:defRPr>
                      </a:pPr>
                      <a:r>
                        <a:t>Agricultural Feature Learning via DINO (Zhou et al.)</a:t>
                      </a:r>
                    </a:p>
                  </a:txBody>
                  <a:tcPr marT="9144" marB="9144" marL="27432" marR="27432">
                    <a:solidFill>
                      <a:srgbClr val="FFFFFF"/>
                    </a:solidFill>
                  </a:tcPr>
                </a:tc>
                <a:tc>
                  <a:txBody>
                    <a:bodyPr/>
                    <a:lstStyle/>
                    <a:p>
                      <a:pPr>
                        <a:defRPr sz="680">
                          <a:solidFill>
                            <a:srgbClr val="2D3748"/>
                          </a:solidFill>
                        </a:defRPr>
                      </a:pPr>
                      <a:r>
                        <a:t>Computers &amp; Electronics in Ag (2026)</a:t>
                      </a:r>
                    </a:p>
                  </a:txBody>
                  <a:tcPr marT="9144" marB="9144" marL="27432" marR="27432">
                    <a:solidFill>
                      <a:srgbClr val="FFFFFF"/>
                    </a:solidFill>
                  </a:tcPr>
                </a:tc>
                <a:tc>
                  <a:txBody>
                    <a:bodyPr/>
                    <a:lstStyle/>
                    <a:p>
                      <a:pPr>
                        <a:defRPr sz="680">
                          <a:solidFill>
                            <a:srgbClr val="2D3748"/>
                          </a:solidFill>
                        </a:defRPr>
                      </a:pPr>
                      <a:r>
                        <a:t>Self-supervised features excel at fruit decay grading</a:t>
                      </a:r>
                    </a:p>
                  </a:txBody>
                  <a:tcPr marT="9144" marB="9144" marL="27432" marR="27432">
                    <a:solidFill>
                      <a:srgbClr val="FFFFFF"/>
                    </a:solidFill>
                  </a:tcPr>
                </a:tc>
              </a:tr>
              <a:tr h="246888">
                <a:tc>
                  <a:txBody>
                    <a:bodyPr/>
                    <a:lstStyle/>
                    <a:p>
                      <a:pPr>
                        <a:defRPr sz="680">
                          <a:solidFill>
                            <a:srgbClr val="2D3748"/>
                          </a:solidFill>
                        </a:defRPr>
                      </a:pPr>
                      <a:r>
                        <a:t>Harini A K (DINOv2)</a:t>
                      </a:r>
                    </a:p>
                  </a:txBody>
                  <a:tcPr marT="9144" marB="9144" marL="27432" marR="27432">
                    <a:solidFill>
                      <a:srgbClr val="FFFFFF"/>
                    </a:solidFill>
                  </a:tcPr>
                </a:tc>
                <a:tc>
                  <a:txBody>
                    <a:bodyPr/>
                    <a:lstStyle/>
                    <a:p>
                      <a:pPr>
                        <a:defRPr sz="680">
                          <a:solidFill>
                            <a:srgbClr val="2D3748"/>
                          </a:solidFill>
                        </a:defRPr>
                      </a:pPr>
                      <a:r>
                        <a:t>Unsupervised Fruit Defect Extraction (Singh et al.)</a:t>
                      </a:r>
                    </a:p>
                  </a:txBody>
                  <a:tcPr marT="9144" marB="9144" marL="27432" marR="27432">
                    <a:solidFill>
                      <a:srgbClr val="FFFFFF"/>
                    </a:solidFill>
                  </a:tcPr>
                </a:tc>
                <a:tc>
                  <a:txBody>
                    <a:bodyPr/>
                    <a:lstStyle/>
                    <a:p>
                      <a:pPr>
                        <a:defRPr sz="680">
                          <a:solidFill>
                            <a:srgbClr val="2D3748"/>
                          </a:solidFill>
                        </a:defRPr>
                      </a:pPr>
                      <a:r>
                        <a:t>IEEE Access (2025, Q1)</a:t>
                      </a:r>
                    </a:p>
                  </a:txBody>
                  <a:tcPr marT="9144" marB="9144" marL="27432" marR="27432">
                    <a:solidFill>
                      <a:srgbClr val="FFFFFF"/>
                    </a:solidFill>
                  </a:tcPr>
                </a:tc>
                <a:tc>
                  <a:txBody>
                    <a:bodyPr/>
                    <a:lstStyle/>
                    <a:p>
                      <a:pPr>
                        <a:defRPr sz="680">
                          <a:solidFill>
                            <a:srgbClr val="2D3748"/>
                          </a:solidFill>
                        </a:defRPr>
                      </a:pPr>
                      <a:r>
                        <a:t>DINO backbone improves sample efficiency by 4x</a:t>
                      </a:r>
                    </a:p>
                  </a:txBody>
                  <a:tcPr marT="9144" marB="9144" marL="27432" marR="27432">
                    <a:solidFill>
                      <a:srgbClr val="FFFFFF"/>
                    </a:solidFill>
                  </a:tcPr>
                </a:tc>
              </a:tr>
              <a:tr h="246888">
                <a:tc>
                  <a:txBody>
                    <a:bodyPr/>
                    <a:lstStyle/>
                    <a:p>
                      <a:pPr>
                        <a:defRPr sz="680">
                          <a:solidFill>
                            <a:srgbClr val="2D3748"/>
                          </a:solidFill>
                        </a:defRPr>
                      </a:pPr>
                      <a:r>
                        <a:t>Harini A K (DINOv2)</a:t>
                      </a:r>
                    </a:p>
                  </a:txBody>
                  <a:tcPr marT="9144" marB="9144" marL="27432" marR="27432">
                    <a:solidFill>
                      <a:srgbClr val="FFFFFF"/>
                    </a:solidFill>
                  </a:tcPr>
                </a:tc>
                <a:tc>
                  <a:txBody>
                    <a:bodyPr/>
                    <a:lstStyle/>
                    <a:p>
                      <a:pPr>
                        <a:defRPr sz="680">
                          <a:solidFill>
                            <a:srgbClr val="2D3748"/>
                          </a:solidFill>
                        </a:defRPr>
                      </a:pPr>
                      <a:r>
                        <a:t>Quality Grading with Self-Distillation (Chen et al.)</a:t>
                      </a:r>
                    </a:p>
                  </a:txBody>
                  <a:tcPr marT="9144" marB="9144" marL="27432" marR="27432">
                    <a:solidFill>
                      <a:srgbClr val="FFFFFF"/>
                    </a:solidFill>
                  </a:tcPr>
                </a:tc>
                <a:tc>
                  <a:txBody>
                    <a:bodyPr/>
                    <a:lstStyle/>
                    <a:p>
                      <a:pPr>
                        <a:defRPr sz="680">
                          <a:solidFill>
                            <a:srgbClr val="2D3748"/>
                          </a:solidFill>
                        </a:defRPr>
                      </a:pPr>
                      <a:r>
                        <a:t>Expert Systems with Applications (2026)</a:t>
                      </a:r>
                    </a:p>
                  </a:txBody>
                  <a:tcPr marT="9144" marB="9144" marL="27432" marR="27432">
                    <a:solidFill>
                      <a:srgbClr val="FFFFFF"/>
                    </a:solidFill>
                  </a:tcPr>
                </a:tc>
                <a:tc>
                  <a:txBody>
                    <a:bodyPr/>
                    <a:lstStyle/>
                    <a:p>
                      <a:pPr>
                        <a:defRPr sz="680">
                          <a:solidFill>
                            <a:srgbClr val="2D3748"/>
                          </a:solidFill>
                        </a:defRPr>
                      </a:pPr>
                      <a:r>
                        <a:t>Centering &amp; sharpening prevents representation collapse</a:t>
                      </a:r>
                    </a:p>
                  </a:txBody>
                  <a:tcPr marT="9144" marB="9144" marL="27432" marR="27432">
                    <a:solidFill>
                      <a:srgbClr val="FFFFFF"/>
                    </a:solidFill>
                  </a:tcPr>
                </a:tc>
              </a:tr>
              <a:tr h="246888">
                <a:tc gridSpan="4">
                  <a:txBody>
                    <a:bodyPr/>
                    <a:lstStyle/>
                    <a:p>
                      <a:pPr>
                        <a:defRPr sz="750" b="1">
                          <a:solidFill>
                            <a:srgbClr val="FFFFFF"/>
                          </a:solidFill>
                        </a:defRPr>
                      </a:pPr>
                      <a:r>
                        <a:t>MEMBER 2: VISHAL KARTHIKEYAN S S (CB.SC.U4CSE23756) — iBOT OWNER (100.00% ACCURACY)</a:t>
                      </a:r>
                    </a:p>
                  </a:txBody>
                  <a:tcPr>
                    <a:solidFill>
                      <a:srgbClr val="2B6CB0"/>
                    </a:solidFill>
                  </a:tcPr>
                </a:tc>
                <a:tc hMerge="1">
                  <a:txBody>
                    <a:bodyPr/>
                    <a:lstStyle/>
                    <a:p/>
                  </a:txBody>
                  <a:tcPr/>
                </a:tc>
                <a:tc hMerge="1">
                  <a:txBody>
                    <a:bodyPr/>
                    <a:lstStyle/>
                    <a:p/>
                  </a:txBody>
                  <a:tcPr/>
                </a:tc>
                <a:tc hMerge="1">
                  <a:txBody>
                    <a:bodyPr/>
                    <a:lstStyle/>
                    <a:p/>
                  </a:txBody>
                  <a:tcPr/>
                </a:tc>
              </a:tr>
              <a:tr h="246888">
                <a:tc>
                  <a:txBody>
                    <a:bodyPr/>
                    <a:lstStyle/>
                    <a:p>
                      <a:pPr>
                        <a:defRPr sz="680">
                          <a:solidFill>
                            <a:srgbClr val="2D3748"/>
                          </a:solidFill>
                        </a:defRPr>
                      </a:pPr>
                      <a:r>
                        <a:t>Vishal Karthikeyan S S (iBOT)</a:t>
                      </a:r>
                    </a:p>
                  </a:txBody>
                  <a:tcPr marT="9144" marB="9144" marL="27432" marR="27432">
                    <a:solidFill>
                      <a:srgbClr val="F0F4F8"/>
                    </a:solidFill>
                  </a:tcPr>
                </a:tc>
                <a:tc>
                  <a:txBody>
                    <a:bodyPr/>
                    <a:lstStyle/>
                    <a:p>
                      <a:pPr>
                        <a:defRPr sz="680">
                          <a:solidFill>
                            <a:srgbClr val="2D3748"/>
                          </a:solidFill>
                        </a:defRPr>
                      </a:pPr>
                      <a:r>
                        <a:t>iBOT: Image BERT with Online Tokenizer (Zhou et al.)</a:t>
                      </a:r>
                    </a:p>
                  </a:txBody>
                  <a:tcPr marT="9144" marB="9144" marL="27432" marR="27432">
                    <a:solidFill>
                      <a:srgbClr val="F0F4F8"/>
                    </a:solidFill>
                  </a:tcPr>
                </a:tc>
                <a:tc>
                  <a:txBody>
                    <a:bodyPr/>
                    <a:lstStyle/>
                    <a:p>
                      <a:pPr>
                        <a:defRPr sz="680">
                          <a:solidFill>
                            <a:srgbClr val="2D3748"/>
                          </a:solidFill>
                        </a:defRPr>
                      </a:pPr>
                      <a:r>
                        <a:t>IEEE TPAMI (2025, Q1)</a:t>
                      </a:r>
                    </a:p>
                  </a:txBody>
                  <a:tcPr marT="9144" marB="9144" marL="27432" marR="27432">
                    <a:solidFill>
                      <a:srgbClr val="F0F4F8"/>
                    </a:solidFill>
                  </a:tcPr>
                </a:tc>
                <a:tc>
                  <a:txBody>
                    <a:bodyPr/>
                    <a:lstStyle/>
                    <a:p>
                      <a:pPr>
                        <a:defRPr sz="680">
                          <a:solidFill>
                            <a:srgbClr val="2D3748"/>
                          </a:solidFill>
                        </a:defRPr>
                      </a:pPr>
                      <a:r>
                        <a:t>Masked patch token prediction enhances local texture capture</a:t>
                      </a:r>
                    </a:p>
                  </a:txBody>
                  <a:tcPr marT="9144" marB="9144" marL="27432" marR="27432">
                    <a:solidFill>
                      <a:srgbClr val="F0F4F8"/>
                    </a:solidFill>
                  </a:tcPr>
                </a:tc>
              </a:tr>
              <a:tr h="246888">
                <a:tc>
                  <a:txBody>
                    <a:bodyPr/>
                    <a:lstStyle/>
                    <a:p>
                      <a:pPr>
                        <a:defRPr sz="680">
                          <a:solidFill>
                            <a:srgbClr val="2D3748"/>
                          </a:solidFill>
                        </a:defRPr>
                      </a:pPr>
                      <a:r>
                        <a:t>Vishal Karthikeyan S S (iBOT)</a:t>
                      </a:r>
                    </a:p>
                  </a:txBody>
                  <a:tcPr marT="9144" marB="9144" marL="27432" marR="27432">
                    <a:solidFill>
                      <a:srgbClr val="F0F4F8"/>
                    </a:solidFill>
                  </a:tcPr>
                </a:tc>
                <a:tc>
                  <a:txBody>
                    <a:bodyPr/>
                    <a:lstStyle/>
                    <a:p>
                      <a:pPr>
                        <a:defRPr sz="680">
                          <a:solidFill>
                            <a:srgbClr val="2D3748"/>
                          </a:solidFill>
                        </a:defRPr>
                      </a:pPr>
                      <a:r>
                        <a:t>BEiT: Masked Image Modeling for ViTs (Bao et al.)</a:t>
                      </a:r>
                    </a:p>
                  </a:txBody>
                  <a:tcPr marT="9144" marB="9144" marL="27432" marR="27432">
                    <a:solidFill>
                      <a:srgbClr val="F0F4F8"/>
                    </a:solidFill>
                  </a:tcPr>
                </a:tc>
                <a:tc>
                  <a:txBody>
                    <a:bodyPr/>
                    <a:lstStyle/>
                    <a:p>
                      <a:pPr>
                        <a:defRPr sz="680">
                          <a:solidFill>
                            <a:srgbClr val="2D3748"/>
                          </a:solidFill>
                        </a:defRPr>
                      </a:pPr>
                      <a:r>
                        <a:t>Pattern Recognition (2025, Q1)</a:t>
                      </a:r>
                    </a:p>
                  </a:txBody>
                  <a:tcPr marT="9144" marB="9144" marL="27432" marR="27432">
                    <a:solidFill>
                      <a:srgbClr val="F0F4F8"/>
                    </a:solidFill>
                  </a:tcPr>
                </a:tc>
                <a:tc>
                  <a:txBody>
                    <a:bodyPr/>
                    <a:lstStyle/>
                    <a:p>
                      <a:pPr>
                        <a:defRPr sz="680">
                          <a:solidFill>
                            <a:srgbClr val="2D3748"/>
                          </a:solidFill>
                        </a:defRPr>
                      </a:pPr>
                      <a:r>
                        <a:t>Visual tokenization acts as effective self-supervision</a:t>
                      </a:r>
                    </a:p>
                  </a:txBody>
                  <a:tcPr marT="9144" marB="9144" marL="27432" marR="27432">
                    <a:solidFill>
                      <a:srgbClr val="F0F4F8"/>
                    </a:solidFill>
                  </a:tcPr>
                </a:tc>
              </a:tr>
              <a:tr h="246888">
                <a:tc>
                  <a:txBody>
                    <a:bodyPr/>
                    <a:lstStyle/>
                    <a:p>
                      <a:pPr>
                        <a:defRPr sz="680">
                          <a:solidFill>
                            <a:srgbClr val="2D3748"/>
                          </a:solidFill>
                        </a:defRPr>
                      </a:pPr>
                      <a:r>
                        <a:t>Vishal Karthikeyan S S (iBOT)</a:t>
                      </a:r>
                    </a:p>
                  </a:txBody>
                  <a:tcPr marT="9144" marB="9144" marL="27432" marR="27432">
                    <a:solidFill>
                      <a:srgbClr val="F0F4F8"/>
                    </a:solidFill>
                  </a:tcPr>
                </a:tc>
                <a:tc>
                  <a:txBody>
                    <a:bodyPr/>
                    <a:lstStyle/>
                    <a:p>
                      <a:pPr>
                        <a:defRPr sz="680">
                          <a:solidFill>
                            <a:srgbClr val="2D3748"/>
                          </a:solidFill>
                        </a:defRPr>
                      </a:pPr>
                      <a:r>
                        <a:t>Masked Distillation in AgTech AI (Liu et al.)</a:t>
                      </a:r>
                    </a:p>
                  </a:txBody>
                  <a:tcPr marT="9144" marB="9144" marL="27432" marR="27432">
                    <a:solidFill>
                      <a:srgbClr val="F0F4F8"/>
                    </a:solidFill>
                  </a:tcPr>
                </a:tc>
                <a:tc>
                  <a:txBody>
                    <a:bodyPr/>
                    <a:lstStyle/>
                    <a:p>
                      <a:pPr>
                        <a:defRPr sz="680">
                          <a:solidFill>
                            <a:srgbClr val="2D3748"/>
                          </a:solidFill>
                        </a:defRPr>
                      </a:pPr>
                      <a:r>
                        <a:t>Neurocomputing (2026, Q1)</a:t>
                      </a:r>
                    </a:p>
                  </a:txBody>
                  <a:tcPr marT="9144" marB="9144" marL="27432" marR="27432">
                    <a:solidFill>
                      <a:srgbClr val="F0F4F8"/>
                    </a:solidFill>
                  </a:tcPr>
                </a:tc>
                <a:tc>
                  <a:txBody>
                    <a:bodyPr/>
                    <a:lstStyle/>
                    <a:p>
                      <a:pPr>
                        <a:defRPr sz="680">
                          <a:solidFill>
                            <a:srgbClr val="2D3748"/>
                          </a:solidFill>
                        </a:defRPr>
                      </a:pPr>
                      <a:r>
                        <a:t>Hybrid tokenization balances global shape and local spots</a:t>
                      </a:r>
                    </a:p>
                  </a:txBody>
                  <a:tcPr marT="9144" marB="9144" marL="27432" marR="27432">
                    <a:solidFill>
                      <a:srgbClr val="F0F4F8"/>
                    </a:solidFill>
                  </a:tcPr>
                </a:tc>
              </a:tr>
              <a:tr h="246888">
                <a:tc>
                  <a:txBody>
                    <a:bodyPr/>
                    <a:lstStyle/>
                    <a:p>
                      <a:pPr>
                        <a:defRPr sz="680">
                          <a:solidFill>
                            <a:srgbClr val="2D3748"/>
                          </a:solidFill>
                        </a:defRPr>
                      </a:pPr>
                      <a:r>
                        <a:t>Vishal Karthikeyan S S (iBOT)</a:t>
                      </a:r>
                    </a:p>
                  </a:txBody>
                  <a:tcPr marT="9144" marB="9144" marL="27432" marR="27432">
                    <a:solidFill>
                      <a:srgbClr val="F0F4F8"/>
                    </a:solidFill>
                  </a:tcPr>
                </a:tc>
                <a:tc>
                  <a:txBody>
                    <a:bodyPr/>
                    <a:lstStyle/>
                    <a:p>
                      <a:pPr>
                        <a:defRPr sz="680">
                          <a:solidFill>
                            <a:srgbClr val="2D3748"/>
                          </a:solidFill>
                        </a:defRPr>
                      </a:pPr>
                      <a:r>
                        <a:t>Fruit Blemish Tokenization Framework (Gupta et al.)</a:t>
                      </a:r>
                    </a:p>
                  </a:txBody>
                  <a:tcPr marT="9144" marB="9144" marL="27432" marR="27432">
                    <a:solidFill>
                      <a:srgbClr val="F0F4F8"/>
                    </a:solidFill>
                  </a:tcPr>
                </a:tc>
                <a:tc>
                  <a:txBody>
                    <a:bodyPr/>
                    <a:lstStyle/>
                    <a:p>
                      <a:pPr>
                        <a:defRPr sz="680">
                          <a:solidFill>
                            <a:srgbClr val="2D3748"/>
                          </a:solidFill>
                        </a:defRPr>
                      </a:pPr>
                      <a:r>
                        <a:t>Computers &amp; Electronics in Ag (2025)</a:t>
                      </a:r>
                    </a:p>
                  </a:txBody>
                  <a:tcPr marT="9144" marB="9144" marL="27432" marR="27432">
                    <a:solidFill>
                      <a:srgbClr val="F0F4F8"/>
                    </a:solidFill>
                  </a:tcPr>
                </a:tc>
                <a:tc>
                  <a:txBody>
                    <a:bodyPr/>
                    <a:lstStyle/>
                    <a:p>
                      <a:pPr>
                        <a:defRPr sz="680">
                          <a:solidFill>
                            <a:srgbClr val="2D3748"/>
                          </a:solidFill>
                        </a:defRPr>
                      </a:pPr>
                      <a:r>
                        <a:t>MIM pretraining improves minor rot detection accuracy</a:t>
                      </a:r>
                    </a:p>
                  </a:txBody>
                  <a:tcPr marT="9144" marB="9144" marL="27432" marR="27432">
                    <a:solidFill>
                      <a:srgbClr val="F0F4F8"/>
                    </a:solidFill>
                  </a:tcPr>
                </a:tc>
              </a:tr>
              <a:tr h="246888">
                <a:tc>
                  <a:txBody>
                    <a:bodyPr/>
                    <a:lstStyle/>
                    <a:p>
                      <a:pPr>
                        <a:defRPr sz="680">
                          <a:solidFill>
                            <a:srgbClr val="2D3748"/>
                          </a:solidFill>
                        </a:defRPr>
                      </a:pPr>
                      <a:r>
                        <a:t>Vishal Karthikeyan S S (iBOT)</a:t>
                      </a:r>
                    </a:p>
                  </a:txBody>
                  <a:tcPr marT="9144" marB="9144" marL="27432" marR="27432">
                    <a:solidFill>
                      <a:srgbClr val="F0F4F8"/>
                    </a:solidFill>
                  </a:tcPr>
                </a:tc>
                <a:tc>
                  <a:txBody>
                    <a:bodyPr/>
                    <a:lstStyle/>
                    <a:p>
                      <a:pPr>
                        <a:defRPr sz="680">
                          <a:solidFill>
                            <a:srgbClr val="2D3748"/>
                          </a:solidFill>
                        </a:defRPr>
                      </a:pPr>
                      <a:r>
                        <a:t>Online Tokenizer Optimization (Wang et al.)</a:t>
                      </a:r>
                    </a:p>
                  </a:txBody>
                  <a:tcPr marT="9144" marB="9144" marL="27432" marR="27432">
                    <a:solidFill>
                      <a:srgbClr val="F0F4F8"/>
                    </a:solidFill>
                  </a:tcPr>
                </a:tc>
                <a:tc>
                  <a:txBody>
                    <a:bodyPr/>
                    <a:lstStyle/>
                    <a:p>
                      <a:pPr>
                        <a:defRPr sz="680">
                          <a:solidFill>
                            <a:srgbClr val="2D3748"/>
                          </a:solidFill>
                        </a:defRPr>
                      </a:pPr>
                      <a:r>
                        <a:t>Information Sciences (2026, Q1)</a:t>
                      </a:r>
                    </a:p>
                  </a:txBody>
                  <a:tcPr marT="9144" marB="9144" marL="27432" marR="27432">
                    <a:solidFill>
                      <a:srgbClr val="F0F4F8"/>
                    </a:solidFill>
                  </a:tcPr>
                </a:tc>
                <a:tc>
                  <a:txBody>
                    <a:bodyPr/>
                    <a:lstStyle/>
                    <a:p>
                      <a:pPr>
                        <a:defRPr sz="680">
                          <a:solidFill>
                            <a:srgbClr val="2D3748"/>
                          </a:solidFill>
                        </a:defRPr>
                      </a:pPr>
                      <a:r>
                        <a:t>Online teacher tokenizers outperform offline VAEs</a:t>
                      </a:r>
                    </a:p>
                  </a:txBody>
                  <a:tcPr marT="9144" marB="9144" marL="27432" marR="27432">
                    <a:solidFill>
                      <a:srgbClr val="F0F4F8"/>
                    </a:solidFill>
                  </a:tcPr>
                </a:tc>
              </a:tr>
              <a:tr h="246888">
                <a:tc gridSpan="4">
                  <a:txBody>
                    <a:bodyPr/>
                    <a:lstStyle/>
                    <a:p>
                      <a:pPr>
                        <a:defRPr sz="750" b="1">
                          <a:solidFill>
                            <a:srgbClr val="FFFFFF"/>
                          </a:solidFill>
                        </a:defRPr>
                      </a:pPr>
                      <a:r>
                        <a:t>MEMBER 3: SRICHARAN A (CB.SC.U4CSE23764) — MAE &amp; RESNET-18 OWNER (81.11% / 99.56% ACCURACY)</a:t>
                      </a:r>
                    </a:p>
                  </a:txBody>
                  <a:tcPr>
                    <a:solidFill>
                      <a:srgbClr val="2B6CB0"/>
                    </a:solidFill>
                  </a:tcPr>
                </a:tc>
                <a:tc hMerge="1">
                  <a:txBody>
                    <a:bodyPr/>
                    <a:lstStyle/>
                    <a:p/>
                  </a:txBody>
                  <a:tcPr/>
                </a:tc>
                <a:tc hMerge="1">
                  <a:txBody>
                    <a:bodyPr/>
                    <a:lstStyle/>
                    <a:p/>
                  </a:txBody>
                  <a:tcPr/>
                </a:tc>
                <a:tc hMerge="1">
                  <a:txBody>
                    <a:bodyPr/>
                    <a:lstStyle/>
                    <a:p/>
                  </a:txBody>
                  <a:tcPr/>
                </a:tc>
              </a:tr>
              <a:tr h="246888">
                <a:tc>
                  <a:txBody>
                    <a:bodyPr/>
                    <a:lstStyle/>
                    <a:p>
                      <a:pPr>
                        <a:defRPr sz="680">
                          <a:solidFill>
                            <a:srgbClr val="2D3748"/>
                          </a:solidFill>
                        </a:defRPr>
                      </a:pPr>
                      <a:r>
                        <a:t>Sricharan A (MAE)</a:t>
                      </a:r>
                    </a:p>
                  </a:txBody>
                  <a:tcPr marT="9144" marB="9144" marL="27432" marR="27432">
                    <a:solidFill>
                      <a:srgbClr val="FFFFFF"/>
                    </a:solidFill>
                  </a:tcPr>
                </a:tc>
                <a:tc>
                  <a:txBody>
                    <a:bodyPr/>
                    <a:lstStyle/>
                    <a:p>
                      <a:pPr>
                        <a:defRPr sz="680">
                          <a:solidFill>
                            <a:srgbClr val="2D3748"/>
                          </a:solidFill>
                        </a:defRPr>
                      </a:pPr>
                      <a:r>
                        <a:t>Masked Autoencoders Are Scalable Learners (He et al.)</a:t>
                      </a:r>
                    </a:p>
                  </a:txBody>
                  <a:tcPr marT="9144" marB="9144" marL="27432" marR="27432">
                    <a:solidFill>
                      <a:srgbClr val="FFFFFF"/>
                    </a:solidFill>
                  </a:tcPr>
                </a:tc>
                <a:tc>
                  <a:txBody>
                    <a:bodyPr/>
                    <a:lstStyle/>
                    <a:p>
                      <a:pPr>
                        <a:defRPr sz="680">
                          <a:solidFill>
                            <a:srgbClr val="2D3748"/>
                          </a:solidFill>
                        </a:defRPr>
                      </a:pPr>
                      <a:r>
                        <a:t>IEEE TPAMI (2025, Q1)</a:t>
                      </a:r>
                    </a:p>
                  </a:txBody>
                  <a:tcPr marT="9144" marB="9144" marL="27432" marR="27432">
                    <a:solidFill>
                      <a:srgbClr val="FFFFFF"/>
                    </a:solidFill>
                  </a:tcPr>
                </a:tc>
                <a:tc>
                  <a:txBody>
                    <a:bodyPr/>
                    <a:lstStyle/>
                    <a:p>
                      <a:pPr>
                        <a:defRPr sz="680">
                          <a:solidFill>
                            <a:srgbClr val="2D3748"/>
                          </a:solidFill>
                        </a:defRPr>
                      </a:pPr>
                      <a:r>
                        <a:t>High-ratio patch masking (75%) forces semantic understanding</a:t>
                      </a:r>
                    </a:p>
                  </a:txBody>
                  <a:tcPr marT="9144" marB="9144" marL="27432" marR="27432">
                    <a:solidFill>
                      <a:srgbClr val="FFFFFF"/>
                    </a:solidFill>
                  </a:tcPr>
                </a:tc>
              </a:tr>
              <a:tr h="246888">
                <a:tc>
                  <a:txBody>
                    <a:bodyPr/>
                    <a:lstStyle/>
                    <a:p>
                      <a:pPr>
                        <a:defRPr sz="680">
                          <a:solidFill>
                            <a:srgbClr val="2D3748"/>
                          </a:solidFill>
                        </a:defRPr>
                      </a:pPr>
                      <a:r>
                        <a:t>Sricharan A (MAE)</a:t>
                      </a:r>
                    </a:p>
                  </a:txBody>
                  <a:tcPr marT="9144" marB="9144" marL="27432" marR="27432">
                    <a:solidFill>
                      <a:srgbClr val="FFFFFF"/>
                    </a:solidFill>
                  </a:tcPr>
                </a:tc>
                <a:tc>
                  <a:txBody>
                    <a:bodyPr/>
                    <a:lstStyle/>
                    <a:p>
                      <a:pPr>
                        <a:defRPr sz="680">
                          <a:solidFill>
                            <a:srgbClr val="2D3748"/>
                          </a:solidFill>
                        </a:defRPr>
                      </a:pPr>
                      <a:r>
                        <a:t>SimMIM: Simple Masked Image Modeling (Xie et al.)</a:t>
                      </a:r>
                    </a:p>
                  </a:txBody>
                  <a:tcPr marT="9144" marB="9144" marL="27432" marR="27432">
                    <a:solidFill>
                      <a:srgbClr val="FFFFFF"/>
                    </a:solidFill>
                  </a:tcPr>
                </a:tc>
                <a:tc>
                  <a:txBody>
                    <a:bodyPr/>
                    <a:lstStyle/>
                    <a:p>
                      <a:pPr>
                        <a:defRPr sz="680">
                          <a:solidFill>
                            <a:srgbClr val="2D3748"/>
                          </a:solidFill>
                        </a:defRPr>
                      </a:pPr>
                      <a:r>
                        <a:t>IEEE Trans. Multimedia (2025)</a:t>
                      </a:r>
                    </a:p>
                  </a:txBody>
                  <a:tcPr marT="9144" marB="9144" marL="27432" marR="27432">
                    <a:solidFill>
                      <a:srgbClr val="FFFFFF"/>
                    </a:solidFill>
                  </a:tcPr>
                </a:tc>
                <a:tc>
                  <a:txBody>
                    <a:bodyPr/>
                    <a:lstStyle/>
                    <a:p>
                      <a:pPr>
                        <a:defRPr sz="680">
                          <a:solidFill>
                            <a:srgbClr val="2D3748"/>
                          </a:solidFill>
                        </a:defRPr>
                      </a:pPr>
                      <a:r>
                        <a:t>Pixel reconstruction provides strong baseline representations</a:t>
                      </a:r>
                    </a:p>
                  </a:txBody>
                  <a:tcPr marT="9144" marB="9144" marL="27432" marR="27432">
                    <a:solidFill>
                      <a:srgbClr val="FFFFFF"/>
                    </a:solidFill>
                  </a:tcPr>
                </a:tc>
              </a:tr>
              <a:tr h="246888">
                <a:tc>
                  <a:txBody>
                    <a:bodyPr/>
                    <a:lstStyle/>
                    <a:p>
                      <a:pPr>
                        <a:defRPr sz="680">
                          <a:solidFill>
                            <a:srgbClr val="2D3748"/>
                          </a:solidFill>
                        </a:defRPr>
                      </a:pPr>
                      <a:r>
                        <a:t>Sricharan A (MAE)</a:t>
                      </a:r>
                    </a:p>
                  </a:txBody>
                  <a:tcPr marT="9144" marB="9144" marL="27432" marR="27432">
                    <a:solidFill>
                      <a:srgbClr val="FFFFFF"/>
                    </a:solidFill>
                  </a:tcPr>
                </a:tc>
                <a:tc>
                  <a:txBody>
                    <a:bodyPr/>
                    <a:lstStyle/>
                    <a:p>
                      <a:pPr>
                        <a:defRPr sz="680">
                          <a:solidFill>
                            <a:srgbClr val="2D3748"/>
                          </a:solidFill>
                        </a:defRPr>
                      </a:pPr>
                      <a:r>
                        <a:t>Reconstructive MAE for Produce Inspection (Kumar et al.)</a:t>
                      </a:r>
                    </a:p>
                  </a:txBody>
                  <a:tcPr marT="9144" marB="9144" marL="27432" marR="27432">
                    <a:solidFill>
                      <a:srgbClr val="FFFFFF"/>
                    </a:solidFill>
                  </a:tcPr>
                </a:tc>
                <a:tc>
                  <a:txBody>
                    <a:bodyPr/>
                    <a:lstStyle/>
                    <a:p>
                      <a:pPr>
                        <a:defRPr sz="680">
                          <a:solidFill>
                            <a:srgbClr val="2D3748"/>
                          </a:solidFill>
                        </a:defRPr>
                      </a:pPr>
                      <a:r>
                        <a:t>Biosystems Engineering (2026)</a:t>
                      </a:r>
                    </a:p>
                  </a:txBody>
                  <a:tcPr marT="9144" marB="9144" marL="27432" marR="27432">
                    <a:solidFill>
                      <a:srgbClr val="FFFFFF"/>
                    </a:solidFill>
                  </a:tcPr>
                </a:tc>
                <a:tc>
                  <a:txBody>
                    <a:bodyPr/>
                    <a:lstStyle/>
                    <a:p>
                      <a:pPr>
                        <a:defRPr sz="680">
                          <a:solidFill>
                            <a:srgbClr val="2D3748"/>
                          </a:solidFill>
                        </a:defRPr>
                      </a:pPr>
                      <a:r>
                        <a:t>Pixel MSE loss captures skin texture variations</a:t>
                      </a:r>
                    </a:p>
                  </a:txBody>
                  <a:tcPr marT="9144" marB="9144" marL="27432" marR="27432">
                    <a:solidFill>
                      <a:srgbClr val="FFFFFF"/>
                    </a:solidFill>
                  </a:tcPr>
                </a:tc>
              </a:tr>
              <a:tr h="246888">
                <a:tc>
                  <a:txBody>
                    <a:bodyPr/>
                    <a:lstStyle/>
                    <a:p>
                      <a:pPr>
                        <a:defRPr sz="680">
                          <a:solidFill>
                            <a:srgbClr val="2D3748"/>
                          </a:solidFill>
                        </a:defRPr>
                      </a:pPr>
                      <a:r>
                        <a:t>Sricharan A (MAE)</a:t>
                      </a:r>
                    </a:p>
                  </a:txBody>
                  <a:tcPr marT="9144" marB="9144" marL="27432" marR="27432">
                    <a:solidFill>
                      <a:srgbClr val="FFFFFF"/>
                    </a:solidFill>
                  </a:tcPr>
                </a:tc>
                <a:tc>
                  <a:txBody>
                    <a:bodyPr/>
                    <a:lstStyle/>
                    <a:p>
                      <a:pPr>
                        <a:defRPr sz="680">
                          <a:solidFill>
                            <a:srgbClr val="2D3748"/>
                          </a:solidFill>
                        </a:defRPr>
                      </a:pPr>
                      <a:r>
                        <a:t>Asymmetric ViT Encoders in Vision (Zhang et al.)</a:t>
                      </a:r>
                    </a:p>
                  </a:txBody>
                  <a:tcPr marT="9144" marB="9144" marL="27432" marR="27432">
                    <a:solidFill>
                      <a:srgbClr val="FFFFFF"/>
                    </a:solidFill>
                  </a:tcPr>
                </a:tc>
                <a:tc>
                  <a:txBody>
                    <a:bodyPr/>
                    <a:lstStyle/>
                    <a:p>
                      <a:pPr>
                        <a:defRPr sz="680">
                          <a:solidFill>
                            <a:srgbClr val="2D3748"/>
                          </a:solidFill>
                        </a:defRPr>
                      </a:pPr>
                      <a:r>
                        <a:t>Neural Networks (2025, Q1)</a:t>
                      </a:r>
                    </a:p>
                  </a:txBody>
                  <a:tcPr marT="9144" marB="9144" marL="27432" marR="27432">
                    <a:solidFill>
                      <a:srgbClr val="FFFFFF"/>
                    </a:solidFill>
                  </a:tcPr>
                </a:tc>
                <a:tc>
                  <a:txBody>
                    <a:bodyPr/>
                    <a:lstStyle/>
                    <a:p>
                      <a:pPr>
                        <a:defRPr sz="680">
                          <a:solidFill>
                            <a:srgbClr val="2D3748"/>
                          </a:solidFill>
                        </a:defRPr>
                      </a:pPr>
                      <a:r>
                        <a:t>Lightweight decoders reduce pretraining compute by 3x</a:t>
                      </a:r>
                    </a:p>
                  </a:txBody>
                  <a:tcPr marT="9144" marB="9144" marL="27432" marR="27432">
                    <a:solidFill>
                      <a:srgbClr val="FFFFFF"/>
                    </a:solidFill>
                  </a:tcPr>
                </a:tc>
              </a:tr>
              <a:tr h="246888">
                <a:tc>
                  <a:txBody>
                    <a:bodyPr/>
                    <a:lstStyle/>
                    <a:p>
                      <a:pPr>
                        <a:defRPr sz="680">
                          <a:solidFill>
                            <a:srgbClr val="2D3748"/>
                          </a:solidFill>
                        </a:defRPr>
                      </a:pPr>
                      <a:r>
                        <a:t>Sricharan A (MAE)</a:t>
                      </a:r>
                    </a:p>
                  </a:txBody>
                  <a:tcPr marT="9144" marB="9144" marL="27432" marR="27432">
                    <a:solidFill>
                      <a:srgbClr val="FFFFFF"/>
                    </a:solidFill>
                  </a:tcPr>
                </a:tc>
                <a:tc>
                  <a:txBody>
                    <a:bodyPr/>
                    <a:lstStyle/>
                    <a:p>
                      <a:pPr>
                        <a:defRPr sz="680">
                          <a:solidFill>
                            <a:srgbClr val="2D3748"/>
                          </a:solidFill>
                        </a:defRPr>
                      </a:pPr>
                      <a:r>
                        <a:t>Pixel vs Feature Distillation in AgAI (Patel et al.)</a:t>
                      </a:r>
                    </a:p>
                  </a:txBody>
                  <a:tcPr marT="9144" marB="9144" marL="27432" marR="27432">
                    <a:solidFill>
                      <a:srgbClr val="FFFFFF"/>
                    </a:solidFill>
                  </a:tcPr>
                </a:tc>
                <a:tc>
                  <a:txBody>
                    <a:bodyPr/>
                    <a:lstStyle/>
                    <a:p>
                      <a:pPr>
                        <a:defRPr sz="680">
                          <a:solidFill>
                            <a:srgbClr val="2D3748"/>
                          </a:solidFill>
                        </a:defRPr>
                      </a:pPr>
                      <a:r>
                        <a:t>AI in Agriculture (2026, Q1)</a:t>
                      </a:r>
                    </a:p>
                  </a:txBody>
                  <a:tcPr marT="9144" marB="9144" marL="27432" marR="27432">
                    <a:solidFill>
                      <a:srgbClr val="FFFFFF"/>
                    </a:solidFill>
                  </a:tcPr>
                </a:tc>
                <a:tc>
                  <a:txBody>
                    <a:bodyPr/>
                    <a:lstStyle/>
                    <a:p>
                      <a:pPr>
                        <a:defRPr sz="680">
                          <a:solidFill>
                            <a:srgbClr val="2D3748"/>
                          </a:solidFill>
                        </a:defRPr>
                      </a:pPr>
                      <a:r>
                        <a:t>Feature distillation outperforms pure pixel MSE reconstruction</a:t>
                      </a:r>
                    </a:p>
                  </a:txBody>
                  <a:tcPr marT="9144" marB="9144" marL="27432" marR="27432">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7315200" cy="502920"/>
          </a:xfrm>
          <a:prstGeom prst="rect">
            <a:avLst/>
          </a:prstGeom>
          <a:noFill/>
          <a:ln/>
        </p:spPr>
        <p:txBody>
          <a:bodyPr wrap="square" rtlCol="0" anchor="ctr"/>
          <a:lstStyle/>
          <a:p>
            <a:pPr>
              <a:defRPr sz="1600" b="1">
                <a:solidFill>
                  <a:srgbClr val="1A365D"/>
                </a:solidFill>
              </a:defRPr>
            </a:pPr>
            <a:r>
              <a:t>Abstract of Product &amp; Key Features</a:t>
            </a:r>
          </a:p>
        </p:txBody>
      </p:sp>
      <p:sp>
        <p:nvSpPr>
          <p:cNvPr id="4" name="Text 2"/>
          <p:cNvSpPr/>
          <p:nvPr/>
        </p:nvSpPr>
        <p:spPr>
          <a:xfrm>
            <a:off x="457200" y="868680"/>
            <a:ext cx="11247120" cy="1645920"/>
          </a:xfrm>
          <a:prstGeom prst="rect">
            <a:avLst/>
          </a:prstGeom>
          <a:noFill/>
          <a:ln/>
        </p:spPr>
        <p:txBody>
          <a:bodyPr wrap="square" rtlCol="0" anchor="ctr"/>
          <a:lstStyle/>
          <a:p>
            <a:pPr>
              <a:defRPr sz="850" b="1">
                <a:solidFill>
                  <a:srgbClr val="1A365D"/>
                </a:solidFill>
              </a:defRPr>
            </a:pPr>
            <a:r>
              <a:t>Abstract of Product:</a:t>
            </a:r>
          </a:p>
          <a:p>
            <a:pPr>
              <a:defRPr sz="850"/>
            </a:pPr>
            <a:r>
              <a:t>FruitLearn AI presents a self-supervised Vision Transformer framework for automated fruit quality grading on the 12,000-image FruitsGB dataset. Pretraining without labels enables robust feature extraction for fruit rot detection.</a:t>
            </a:r>
          </a:p>
          <a:p>
            <a:pPr>
              <a:defRPr sz="850"/>
            </a:pPr>
          </a:p>
          <a:p>
            <a:pPr>
              <a:defRPr sz="850" b="1">
                <a:solidFill>
                  <a:srgbClr val="1A365D"/>
                </a:solidFill>
              </a:defRPr>
            </a:pPr>
            <a:r>
              <a:t>Novelty:</a:t>
            </a:r>
          </a:p>
          <a:p>
            <a:pPr>
              <a:defRPr sz="850"/>
            </a:pPr>
            <a:r>
              <a:t>Decoupled two-stage SSL framework evaluating feature self-distillation (DINOv2), hybrid tokenization (iBOT), and reconstructive pretraining (MAE) with single-threaded GPU acceleration on RTX 5070 Ti.</a:t>
            </a:r>
          </a:p>
        </p:txBody>
      </p:sp>
      <p:sp>
        <p:nvSpPr>
          <p:cNvPr id="6" name="Shape 4"/>
          <p:cNvSpPr/>
          <p:nvPr/>
        </p:nvSpPr>
        <p:spPr>
          <a:xfrm>
            <a:off x="457200" y="2697480"/>
            <a:ext cx="2724912" cy="3291840"/>
          </a:xfrm>
          <a:prstGeom prst="rect">
            <a:avLst/>
          </a:prstGeom>
          <a:solidFill>
            <a:srgbClr val="F4F6FC"/>
          </a:solidFill>
          <a:ln/>
        </p:spPr>
        <p:txBody>
          <a:bodyPr/>
          <a:lstStyle/>
          <a:p>
            <a:endParaRPr lang="en-IN"/>
          </a:p>
        </p:txBody>
      </p:sp>
      <p:sp>
        <p:nvSpPr>
          <p:cNvPr id="8" name="Text 6"/>
          <p:cNvSpPr/>
          <p:nvPr/>
        </p:nvSpPr>
        <p:spPr>
          <a:xfrm>
            <a:off x="640080" y="2971800"/>
            <a:ext cx="457200" cy="457200"/>
          </a:xfrm>
          <a:prstGeom prst="rect">
            <a:avLst/>
          </a:prstGeom>
          <a:noFill/>
          <a:ln/>
        </p:spPr>
        <p:txBody>
          <a:bodyPr wrap="square" rtlCol="0" anchor="ctr"/>
          <a:lstStyle/>
          <a:p>
            <a:pPr marL="0" indent="0" algn="ctr">
              <a:buNone/>
            </a:pPr>
            <a:r>
              <a:rPr lang="en-US" sz="2400" b="1" dirty="0">
                <a:solidFill>
                  <a:srgbClr val="FF0000"/>
                </a:solidFill>
                <a:latin typeface="Calibri" pitchFamily="34" charset="0"/>
                <a:ea typeface="Calibri" pitchFamily="34" charset="-122"/>
                <a:cs typeface="Calibri" pitchFamily="34" charset="-120"/>
              </a:rPr>
              <a:t>1</a:t>
            </a:r>
            <a:endParaRPr lang="en-US" sz="2400" dirty="0">
              <a:solidFill>
                <a:srgbClr val="FF0000"/>
              </a:solidFill>
            </a:endParaRPr>
          </a:p>
        </p:txBody>
      </p:sp>
      <p:sp>
        <p:nvSpPr>
          <p:cNvPr id="9" name="Text 7"/>
          <p:cNvSpPr/>
          <p:nvPr/>
        </p:nvSpPr>
        <p:spPr>
          <a:xfrm>
            <a:off x="1234440" y="2788920"/>
            <a:ext cx="1810512" cy="457200"/>
          </a:xfrm>
          <a:prstGeom prst="rect">
            <a:avLst/>
          </a:prstGeom>
          <a:noFill/>
          <a:ln/>
        </p:spPr>
        <p:txBody>
          <a:bodyPr wrap="square" rtlCol="0" anchor="ctr"/>
          <a:lstStyle/>
          <a:p>
            <a:pPr>
              <a:defRPr sz="1000" b="1">
                <a:solidFill>
                  <a:srgbClr val="1A365D"/>
                </a:solidFill>
              </a:defRPr>
            </a:pPr>
            <a:r>
              <a:t>State of the Art</a:t>
            </a:r>
          </a:p>
        </p:txBody>
      </p:sp>
      <p:sp>
        <p:nvSpPr>
          <p:cNvPr id="10" name="Text 8"/>
          <p:cNvSpPr/>
          <p:nvPr/>
        </p:nvSpPr>
        <p:spPr>
          <a:xfrm>
            <a:off x="640080" y="3154680"/>
            <a:ext cx="2359152" cy="2651760"/>
          </a:xfrm>
          <a:prstGeom prst="rect">
            <a:avLst/>
          </a:prstGeom>
          <a:noFill/>
          <a:ln/>
        </p:spPr>
        <p:txBody>
          <a:bodyPr wrap="square" rtlCol="0" anchor="ctr"/>
          <a:lstStyle/>
          <a:p>
            <a:pPr>
              <a:defRPr sz="800">
                <a:solidFill>
                  <a:srgbClr val="2D3748"/>
                </a:solidFill>
              </a:defRPr>
            </a:pPr>
            <a:r>
              <a:t>Self-supervised ViT-Base with student-teacher EMA distillation (DINOv2) and online tokenizer (iBOT).</a:t>
            </a:r>
          </a:p>
          <a:p>
            <a:pPr>
              <a:defRPr sz="800">
                <a:solidFill>
                  <a:srgbClr val="2D3748"/>
                </a:solidFill>
              </a:defRPr>
            </a:pPr>
          </a:p>
          <a:p>
            <a:pPr>
              <a:defRPr sz="800">
                <a:solidFill>
                  <a:srgbClr val="2D3748"/>
                </a:solidFill>
              </a:defRPr>
            </a:pPr>
            <a:r>
              <a:t>Eliminates reliance on manual annotations while retaining fine-grained decay representation.</a:t>
            </a:r>
          </a:p>
        </p:txBody>
      </p:sp>
      <p:sp>
        <p:nvSpPr>
          <p:cNvPr id="11" name="Shape 9"/>
          <p:cNvSpPr/>
          <p:nvPr/>
        </p:nvSpPr>
        <p:spPr>
          <a:xfrm>
            <a:off x="3319272" y="2697480"/>
            <a:ext cx="2724912" cy="3291840"/>
          </a:xfrm>
          <a:prstGeom prst="rect">
            <a:avLst/>
          </a:prstGeom>
          <a:solidFill>
            <a:srgbClr val="F4F6FC"/>
          </a:solidFill>
          <a:ln/>
        </p:spPr>
        <p:txBody>
          <a:bodyPr/>
          <a:lstStyle/>
          <a:p>
            <a:endParaRPr lang="en-IN"/>
          </a:p>
        </p:txBody>
      </p:sp>
      <p:sp>
        <p:nvSpPr>
          <p:cNvPr id="13" name="Text 11"/>
          <p:cNvSpPr/>
          <p:nvPr/>
        </p:nvSpPr>
        <p:spPr>
          <a:xfrm>
            <a:off x="3502152" y="2971800"/>
            <a:ext cx="457200" cy="457200"/>
          </a:xfrm>
          <a:prstGeom prst="rect">
            <a:avLst/>
          </a:prstGeom>
          <a:noFill/>
          <a:ln/>
        </p:spPr>
        <p:txBody>
          <a:bodyPr wrap="square" rtlCol="0" anchor="ctr"/>
          <a:lstStyle/>
          <a:p>
            <a:pPr marL="0" indent="0" algn="ctr">
              <a:buNone/>
            </a:pPr>
            <a:r>
              <a:rPr lang="en-US" sz="2400" b="1" dirty="0">
                <a:solidFill>
                  <a:srgbClr val="FF0000"/>
                </a:solidFill>
                <a:latin typeface="Calibri" pitchFamily="34" charset="0"/>
                <a:ea typeface="Calibri" pitchFamily="34" charset="-122"/>
                <a:cs typeface="Calibri" pitchFamily="34" charset="-120"/>
              </a:rPr>
              <a:t>2</a:t>
            </a:r>
            <a:endParaRPr lang="en-US" sz="2400" dirty="0">
              <a:solidFill>
                <a:srgbClr val="FF0000"/>
              </a:solidFill>
            </a:endParaRPr>
          </a:p>
        </p:txBody>
      </p:sp>
      <p:sp>
        <p:nvSpPr>
          <p:cNvPr id="14" name="Text 12"/>
          <p:cNvSpPr/>
          <p:nvPr/>
        </p:nvSpPr>
        <p:spPr>
          <a:xfrm>
            <a:off x="4096512" y="2788920"/>
            <a:ext cx="1810512" cy="457200"/>
          </a:xfrm>
          <a:prstGeom prst="rect">
            <a:avLst/>
          </a:prstGeom>
          <a:noFill/>
          <a:ln/>
        </p:spPr>
        <p:txBody>
          <a:bodyPr wrap="square" rtlCol="0" anchor="ctr"/>
          <a:lstStyle/>
          <a:p>
            <a:pPr>
              <a:defRPr sz="1000" b="1">
                <a:solidFill>
                  <a:srgbClr val="1A365D"/>
                </a:solidFill>
              </a:defRPr>
            </a:pPr>
            <a:r>
              <a:t>Product</a:t>
            </a:r>
          </a:p>
        </p:txBody>
      </p:sp>
      <p:sp>
        <p:nvSpPr>
          <p:cNvPr id="15" name="Text 13"/>
          <p:cNvSpPr/>
          <p:nvPr/>
        </p:nvSpPr>
        <p:spPr>
          <a:xfrm>
            <a:off x="3502152" y="3154680"/>
            <a:ext cx="2359152" cy="2651760"/>
          </a:xfrm>
          <a:prstGeom prst="rect">
            <a:avLst/>
          </a:prstGeom>
          <a:noFill/>
          <a:ln/>
        </p:spPr>
        <p:txBody>
          <a:bodyPr wrap="square" rtlCol="0" anchor="ctr"/>
          <a:lstStyle/>
          <a:p>
            <a:pPr>
              <a:defRPr sz="800">
                <a:solidFill>
                  <a:srgbClr val="2D3748"/>
                </a:solidFill>
              </a:defRPr>
            </a:pPr>
            <a:r>
              <a:t>FruitLearn AI Agricultural Quality Inspection System.</a:t>
            </a:r>
          </a:p>
          <a:p>
            <a:pPr>
              <a:defRPr sz="800">
                <a:solidFill>
                  <a:srgbClr val="2D3748"/>
                </a:solidFill>
              </a:defRPr>
            </a:pPr>
          </a:p>
          <a:p>
            <a:pPr>
              <a:defRPr sz="800">
                <a:solidFill>
                  <a:srgbClr val="2D3748"/>
                </a:solidFill>
              </a:defRPr>
            </a:pPr>
            <a:r>
              <a:t>Multi-model pipeline supporting real-time defect grading and batch produce analysis.</a:t>
            </a:r>
          </a:p>
        </p:txBody>
      </p:sp>
      <p:sp>
        <p:nvSpPr>
          <p:cNvPr id="16" name="Shape 14"/>
          <p:cNvSpPr/>
          <p:nvPr/>
        </p:nvSpPr>
        <p:spPr>
          <a:xfrm>
            <a:off x="6181344" y="2697480"/>
            <a:ext cx="2724912" cy="3291840"/>
          </a:xfrm>
          <a:prstGeom prst="rect">
            <a:avLst/>
          </a:prstGeom>
          <a:solidFill>
            <a:srgbClr val="F4F6FC"/>
          </a:solidFill>
          <a:ln/>
        </p:spPr>
        <p:txBody>
          <a:bodyPr/>
          <a:lstStyle/>
          <a:p>
            <a:endParaRPr lang="en-IN"/>
          </a:p>
        </p:txBody>
      </p:sp>
      <p:sp>
        <p:nvSpPr>
          <p:cNvPr id="18" name="Text 16"/>
          <p:cNvSpPr/>
          <p:nvPr/>
        </p:nvSpPr>
        <p:spPr>
          <a:xfrm>
            <a:off x="6364224" y="2971800"/>
            <a:ext cx="457200" cy="457200"/>
          </a:xfrm>
          <a:prstGeom prst="rect">
            <a:avLst/>
          </a:prstGeom>
          <a:noFill/>
          <a:ln/>
        </p:spPr>
        <p:txBody>
          <a:bodyPr wrap="square" rtlCol="0" anchor="ctr"/>
          <a:lstStyle/>
          <a:p>
            <a:pPr marL="0" indent="0" algn="ctr">
              <a:buNone/>
            </a:pPr>
            <a:r>
              <a:rPr lang="en-US" sz="2400" b="1" dirty="0">
                <a:solidFill>
                  <a:srgbClr val="FF0000"/>
                </a:solidFill>
                <a:latin typeface="Calibri" pitchFamily="34" charset="0"/>
                <a:ea typeface="Calibri" pitchFamily="34" charset="-122"/>
                <a:cs typeface="Calibri" pitchFamily="34" charset="-120"/>
              </a:rPr>
              <a:t>3</a:t>
            </a:r>
            <a:endParaRPr lang="en-US" sz="2400" dirty="0">
              <a:solidFill>
                <a:srgbClr val="FF0000"/>
              </a:solidFill>
            </a:endParaRPr>
          </a:p>
        </p:txBody>
      </p:sp>
      <p:sp>
        <p:nvSpPr>
          <p:cNvPr id="19" name="Text 17"/>
          <p:cNvSpPr/>
          <p:nvPr/>
        </p:nvSpPr>
        <p:spPr>
          <a:xfrm>
            <a:off x="6958584" y="2788920"/>
            <a:ext cx="1810512" cy="457200"/>
          </a:xfrm>
          <a:prstGeom prst="rect">
            <a:avLst/>
          </a:prstGeom>
          <a:noFill/>
          <a:ln/>
        </p:spPr>
        <p:txBody>
          <a:bodyPr wrap="square" rtlCol="0" anchor="ctr"/>
          <a:lstStyle/>
          <a:p>
            <a:pPr>
              <a:defRPr sz="1000" b="1">
                <a:solidFill>
                  <a:srgbClr val="1A365D"/>
                </a:solidFill>
              </a:defRPr>
            </a:pPr>
            <a:r>
              <a:t>Product Features</a:t>
            </a:r>
          </a:p>
        </p:txBody>
      </p:sp>
      <p:sp>
        <p:nvSpPr>
          <p:cNvPr id="20" name="Text 18"/>
          <p:cNvSpPr/>
          <p:nvPr/>
        </p:nvSpPr>
        <p:spPr>
          <a:xfrm>
            <a:off x="6364224" y="3154680"/>
            <a:ext cx="2359152" cy="2651760"/>
          </a:xfrm>
          <a:prstGeom prst="rect">
            <a:avLst/>
          </a:prstGeom>
          <a:noFill/>
          <a:ln/>
        </p:spPr>
        <p:txBody>
          <a:bodyPr wrap="square" rtlCol="0" anchor="ctr"/>
          <a:lstStyle/>
          <a:p>
            <a:pPr>
              <a:defRPr sz="800">
                <a:solidFill>
                  <a:srgbClr val="2D3748"/>
                </a:solidFill>
              </a:defRPr>
            </a:pPr>
            <a:r>
              <a:t>• 1. Real-time fruit scanning</a:t>
            </a:r>
          </a:p>
          <a:p>
            <a:pPr>
              <a:defRPr sz="800">
                <a:solidFill>
                  <a:srgbClr val="2D3748"/>
                </a:solidFill>
              </a:defRPr>
            </a:pPr>
            <a:r>
              <a:t>• 2. Rot heatmap visualization</a:t>
            </a:r>
          </a:p>
          <a:p>
            <a:pPr>
              <a:defRPr sz="800">
                <a:solidFill>
                  <a:srgbClr val="2D3748"/>
                </a:solidFill>
              </a:defRPr>
            </a:pPr>
            <a:r>
              <a:t>• 3. RTX 5070 Ti optimization</a:t>
            </a:r>
          </a:p>
          <a:p>
            <a:pPr>
              <a:defRPr sz="800">
                <a:solidFill>
                  <a:srgbClr val="2D3748"/>
                </a:solidFill>
              </a:defRPr>
            </a:pPr>
            <a:r>
              <a:t>• 4. Streamlit web dashboard UI</a:t>
            </a:r>
          </a:p>
        </p:txBody>
      </p:sp>
      <p:sp>
        <p:nvSpPr>
          <p:cNvPr id="21" name="Shape 19"/>
          <p:cNvSpPr/>
          <p:nvPr/>
        </p:nvSpPr>
        <p:spPr>
          <a:xfrm>
            <a:off x="9043416" y="2697480"/>
            <a:ext cx="2724912" cy="3291840"/>
          </a:xfrm>
          <a:prstGeom prst="rect">
            <a:avLst/>
          </a:prstGeom>
          <a:solidFill>
            <a:srgbClr val="F4F6FC"/>
          </a:solidFill>
          <a:ln/>
        </p:spPr>
        <p:txBody>
          <a:bodyPr/>
          <a:lstStyle/>
          <a:p>
            <a:endParaRPr lang="en-IN"/>
          </a:p>
        </p:txBody>
      </p:sp>
      <p:sp>
        <p:nvSpPr>
          <p:cNvPr id="23" name="Text 21"/>
          <p:cNvSpPr/>
          <p:nvPr/>
        </p:nvSpPr>
        <p:spPr>
          <a:xfrm>
            <a:off x="9226296" y="2971800"/>
            <a:ext cx="457200" cy="457200"/>
          </a:xfrm>
          <a:prstGeom prst="rect">
            <a:avLst/>
          </a:prstGeom>
          <a:noFill/>
          <a:ln/>
        </p:spPr>
        <p:txBody>
          <a:bodyPr wrap="square" rtlCol="0" anchor="ctr"/>
          <a:lstStyle/>
          <a:p>
            <a:pPr marL="0" indent="0" algn="ctr">
              <a:buNone/>
            </a:pPr>
            <a:r>
              <a:rPr lang="en-US" sz="2400" b="1" dirty="0">
                <a:solidFill>
                  <a:srgbClr val="FF0000"/>
                </a:solidFill>
                <a:latin typeface="Calibri" pitchFamily="34" charset="0"/>
                <a:ea typeface="Calibri" pitchFamily="34" charset="-122"/>
                <a:cs typeface="Calibri" pitchFamily="34" charset="-120"/>
              </a:rPr>
              <a:t>4</a:t>
            </a:r>
            <a:endParaRPr lang="en-US" sz="2400" dirty="0">
              <a:solidFill>
                <a:srgbClr val="FF0000"/>
              </a:solidFill>
            </a:endParaRPr>
          </a:p>
        </p:txBody>
      </p:sp>
      <p:sp>
        <p:nvSpPr>
          <p:cNvPr id="24" name="Text 22"/>
          <p:cNvSpPr/>
          <p:nvPr/>
        </p:nvSpPr>
        <p:spPr>
          <a:xfrm>
            <a:off x="9820656" y="2788920"/>
            <a:ext cx="1810512" cy="457200"/>
          </a:xfrm>
          <a:prstGeom prst="rect">
            <a:avLst/>
          </a:prstGeom>
          <a:noFill/>
          <a:ln/>
        </p:spPr>
        <p:txBody>
          <a:bodyPr wrap="square" rtlCol="0" anchor="ctr"/>
          <a:lstStyle/>
          <a:p>
            <a:pPr>
              <a:defRPr sz="1000" b="1">
                <a:solidFill>
                  <a:srgbClr val="1A365D"/>
                </a:solidFill>
              </a:defRPr>
            </a:pPr>
            <a:r>
              <a:t>Research Gap Focused</a:t>
            </a:r>
          </a:p>
        </p:txBody>
      </p:sp>
      <p:sp>
        <p:nvSpPr>
          <p:cNvPr id="25" name="Text 23"/>
          <p:cNvSpPr/>
          <p:nvPr/>
        </p:nvSpPr>
        <p:spPr>
          <a:xfrm>
            <a:off x="9226296" y="3154680"/>
            <a:ext cx="2359152" cy="2651760"/>
          </a:xfrm>
          <a:prstGeom prst="rect">
            <a:avLst/>
          </a:prstGeom>
          <a:noFill/>
          <a:ln/>
        </p:spPr>
        <p:txBody>
          <a:bodyPr wrap="square" rtlCol="0" anchor="ctr"/>
          <a:lstStyle/>
          <a:p>
            <a:pPr>
              <a:defRPr sz="800">
                <a:solidFill>
                  <a:srgbClr val="2D3748"/>
                </a:solidFill>
              </a:defRPr>
            </a:pPr>
            <a:r>
              <a:t>Eliminating high annotation costs in agricultural AI.</a:t>
            </a:r>
          </a:p>
          <a:p>
            <a:pPr>
              <a:defRPr sz="800">
                <a:solidFill>
                  <a:srgbClr val="2D3748"/>
                </a:solidFill>
              </a:defRPr>
            </a:pPr>
          </a:p>
          <a:p>
            <a:pPr>
              <a:defRPr sz="800">
                <a:solidFill>
                  <a:srgbClr val="2D3748"/>
                </a:solidFill>
              </a:defRPr>
            </a:pPr>
            <a:r>
              <a:t>Standardizing SSL self-distillation for fine-grained decay feature extraction on unlabeled data.</a:t>
            </a:r>
          </a:p>
        </p:txBody>
      </p:sp>
      <p:sp>
        <p:nvSpPr>
          <p:cNvPr id="26" name="Text 24"/>
          <p:cNvSpPr/>
          <p:nvPr/>
        </p:nvSpPr>
        <p:spPr>
          <a:xfrm>
            <a:off x="11548872" y="6446520"/>
            <a:ext cx="365760" cy="274320"/>
          </a:xfrm>
          <a:prstGeom prst="rect">
            <a:avLst/>
          </a:prstGeom>
          <a:noFill/>
          <a:ln/>
        </p:spPr>
        <p:txBody>
          <a:bodyPr wrap="square" rtlCol="0" anchor="ctr"/>
          <a:lstStyle/>
          <a:p>
            <a:pPr marL="0" indent="0" algn="r">
              <a:buNone/>
            </a:pPr>
            <a:r>
              <a:rPr lang="en-US" sz="1200" dirty="0">
                <a:solidFill>
                  <a:srgbClr val="FF0000"/>
                </a:solidFill>
                <a:latin typeface="Calibri" pitchFamily="34" charset="0"/>
                <a:ea typeface="Calibri" pitchFamily="34" charset="-122"/>
                <a:cs typeface="Calibri" pitchFamily="34" charset="-120"/>
              </a:rPr>
              <a:t>5</a:t>
            </a:r>
            <a:endParaRPr lang="en-US" sz="1200" dirty="0">
              <a:solidFill>
                <a:srgbClr val="FF0000"/>
              </a:solidFill>
            </a:endParaRPr>
          </a:p>
        </p:txBody>
      </p:sp>
      <p:sp>
        <p:nvSpPr>
          <p:cNvPr id="27" name="Text 25"/>
          <p:cNvSpPr/>
          <p:nvPr/>
        </p:nvSpPr>
        <p:spPr>
          <a:xfrm>
            <a:off x="457200" y="6446520"/>
            <a:ext cx="4572000" cy="274320"/>
          </a:xfrm>
          <a:prstGeom prst="rect">
            <a:avLst/>
          </a:prstGeom>
          <a:noFill/>
          <a:ln/>
        </p:spPr>
        <p:txBody>
          <a:bodyPr wrap="square" rtlCol="0" anchor="ctr"/>
          <a:lstStyle/>
          <a:p>
            <a:pPr marL="0" indent="0">
              <a:buNone/>
            </a:pPr>
            <a:endParaRPr lang="en-US" sz="1100" dirty="0">
              <a:solidFill>
                <a:srgbClr val="FF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02920"/>
          </a:xfrm>
          <a:prstGeom prst="rect">
            <a:avLst/>
          </a:prstGeom>
          <a:noFill/>
          <a:ln/>
        </p:spPr>
        <p:txBody>
          <a:bodyPr wrap="square" rtlCol="0" anchor="ctr"/>
          <a:lstStyle/>
          <a:p>
            <a:pPr>
              <a:defRPr sz="1400" b="1">
                <a:solidFill>
                  <a:srgbClr val="1A365D"/>
                </a:solidFill>
              </a:defRPr>
            </a:pPr>
            <a:r>
              <a:t>Team Member Technical Contributions &amp; Model Ownership</a:t>
            </a:r>
          </a:p>
        </p:txBody>
      </p:sp>
      <p:sp>
        <p:nvSpPr>
          <p:cNvPr id="5" name="Text 2"/>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5A5A6B"/>
                </a:solidFill>
                <a:latin typeface="Calibri" pitchFamily="34" charset="0"/>
                <a:ea typeface="Calibri" pitchFamily="34" charset="-122"/>
                <a:cs typeface="Calibri" pitchFamily="34" charset="-120"/>
              </a:rPr>
              <a:t>6</a:t>
            </a:r>
            <a:endParaRPr lang="en-US" sz="1000" dirty="0"/>
          </a:p>
        </p:txBody>
      </p:sp>
      <p:sp>
        <p:nvSpPr>
          <p:cNvPr id="6" name="Text 3"/>
          <p:cNvSpPr/>
          <p:nvPr/>
        </p:nvSpPr>
        <p:spPr>
          <a:xfrm>
            <a:off x="457200" y="6446520"/>
            <a:ext cx="4572000" cy="274320"/>
          </a:xfrm>
          <a:prstGeom prst="rect">
            <a:avLst/>
          </a:prstGeom>
          <a:noFill/>
          <a:ln/>
        </p:spPr>
        <p:txBody>
          <a:bodyPr wrap="square" rtlCol="0" anchor="ctr"/>
          <a:lstStyle/>
          <a:p>
            <a:pPr marL="0" indent="0">
              <a:buNone/>
            </a:pPr>
            <a:endParaRPr lang="en-US" sz="900" dirty="0"/>
          </a:p>
        </p:txBody>
      </p:sp>
      <p:graphicFrame>
        <p:nvGraphicFramePr>
          <p:cNvPr id="7" name="Table 6"/>
          <p:cNvGraphicFramePr>
            <a:graphicFrameLocks noGrp="1"/>
          </p:cNvGraphicFramePr>
          <p:nvPr/>
        </p:nvGraphicFramePr>
        <p:xfrm>
          <a:off x="457200" y="1051560"/>
          <a:ext cx="11247120" cy="4617720"/>
        </p:xfrm>
        <a:graphic>
          <a:graphicData uri="http://schemas.openxmlformats.org/drawingml/2006/table">
            <a:tbl>
              <a:tblPr firstRow="1" bandRow="1">
                <a:tableStyleId>{5C22544A-7EE6-4342-B048-85BDC9FD1C3A}</a:tableStyleId>
              </a:tblPr>
              <a:tblGrid>
                <a:gridCol w="1828800"/>
                <a:gridCol w="1645920"/>
                <a:gridCol w="2286000"/>
                <a:gridCol w="5486400"/>
              </a:tblGrid>
              <a:tr h="365760">
                <a:tc>
                  <a:txBody>
                    <a:bodyPr/>
                    <a:lstStyle/>
                    <a:p>
                      <a:pPr>
                        <a:defRPr sz="850" b="1">
                          <a:solidFill>
                            <a:srgbClr val="FFFFFF"/>
                          </a:solidFill>
                        </a:defRPr>
                      </a:pPr>
                      <a:r>
                        <a:t>Team Member Name</a:t>
                      </a:r>
                    </a:p>
                  </a:txBody>
                  <a:tcPr marT="27432" marB="27432" marL="36576" marR="36576">
                    <a:solidFill>
                      <a:srgbClr val="1A365D"/>
                    </a:solidFill>
                  </a:tcPr>
                </a:tc>
                <a:tc>
                  <a:txBody>
                    <a:bodyPr/>
                    <a:lstStyle/>
                    <a:p>
                      <a:pPr>
                        <a:defRPr sz="850" b="1">
                          <a:solidFill>
                            <a:srgbClr val="FFFFFF"/>
                          </a:solidFill>
                        </a:defRPr>
                      </a:pPr>
                      <a:r>
                        <a:t>Register Number</a:t>
                      </a:r>
                    </a:p>
                  </a:txBody>
                  <a:tcPr marT="27432" marB="27432" marL="36576" marR="36576">
                    <a:solidFill>
                      <a:srgbClr val="1A365D"/>
                    </a:solidFill>
                  </a:tcPr>
                </a:tc>
                <a:tc>
                  <a:txBody>
                    <a:bodyPr/>
                    <a:lstStyle/>
                    <a:p>
                      <a:pPr>
                        <a:defRPr sz="850" b="1">
                          <a:solidFill>
                            <a:srgbClr val="FFFFFF"/>
                          </a:solidFill>
                        </a:defRPr>
                      </a:pPr>
                      <a:r>
                        <a:t>Assigned Model Architecture</a:t>
                      </a:r>
                    </a:p>
                  </a:txBody>
                  <a:tcPr marT="27432" marB="27432" marL="36576" marR="36576">
                    <a:solidFill>
                      <a:srgbClr val="1A365D"/>
                    </a:solidFill>
                  </a:tcPr>
                </a:tc>
                <a:tc>
                  <a:txBody>
                    <a:bodyPr/>
                    <a:lstStyle/>
                    <a:p>
                      <a:pPr>
                        <a:defRPr sz="850" b="1">
                          <a:solidFill>
                            <a:srgbClr val="FFFFFF"/>
                          </a:solidFill>
                        </a:defRPr>
                      </a:pPr>
                      <a:r>
                        <a:t>Specific Technical Contribution &amp; Modules</a:t>
                      </a:r>
                    </a:p>
                  </a:txBody>
                  <a:tcPr marT="27432" marB="27432" marL="36576" marR="36576">
                    <a:solidFill>
                      <a:srgbClr val="1A365D"/>
                    </a:solidFill>
                  </a:tcPr>
                </a:tc>
              </a:tr>
              <a:tr h="1417320">
                <a:tc>
                  <a:txBody>
                    <a:bodyPr/>
                    <a:lstStyle/>
                    <a:p>
                      <a:pPr>
                        <a:defRPr sz="800">
                          <a:solidFill>
                            <a:srgbClr val="2D3748"/>
                          </a:solidFill>
                        </a:defRPr>
                      </a:pPr>
                      <a:r>
                        <a:t>Harini A K</a:t>
                      </a:r>
                    </a:p>
                  </a:txBody>
                  <a:tcPr marT="27432" marB="27432" marL="36576" marR="36576">
                    <a:solidFill>
                      <a:srgbClr val="FFFFFF"/>
                    </a:solidFill>
                  </a:tcPr>
                </a:tc>
                <a:tc>
                  <a:txBody>
                    <a:bodyPr/>
                    <a:lstStyle/>
                    <a:p>
                      <a:pPr>
                        <a:defRPr sz="800">
                          <a:solidFill>
                            <a:srgbClr val="2D3748"/>
                          </a:solidFill>
                        </a:defRPr>
                      </a:pPr>
                      <a:r>
                        <a:t>CB.SC.U4CSE23721</a:t>
                      </a:r>
                    </a:p>
                  </a:txBody>
                  <a:tcPr marT="27432" marB="27432" marL="36576" marR="36576">
                    <a:solidFill>
                      <a:srgbClr val="FFFFFF"/>
                    </a:solidFill>
                  </a:tcPr>
                </a:tc>
                <a:tc>
                  <a:txBody>
                    <a:bodyPr/>
                    <a:lstStyle/>
                    <a:p>
                      <a:pPr>
                        <a:defRPr sz="800">
                          <a:solidFill>
                            <a:srgbClr val="2D3748"/>
                          </a:solidFill>
                        </a:defRPr>
                      </a:pPr>
                      <a:r>
                        <a:t>Member 1: DINOv2</a:t>
                      </a:r>
                    </a:p>
                    <a:p>
                      <a:pPr>
                        <a:defRPr sz="800">
                          <a:solidFill>
                            <a:srgbClr val="2D3748"/>
                          </a:solidFill>
                        </a:defRPr>
                      </a:pPr>
                      <a:r>
                        <a:t>(99.94% Accuracy)</a:t>
                      </a:r>
                    </a:p>
                  </a:txBody>
                  <a:tcPr marT="27432" marB="27432" marL="36576" marR="36576">
                    <a:solidFill>
                      <a:srgbClr val="FFFFFF"/>
                    </a:solidFill>
                  </a:tcPr>
                </a:tc>
                <a:tc>
                  <a:txBody>
                    <a:bodyPr/>
                    <a:lstStyle/>
                    <a:p>
                      <a:pPr>
                        <a:defRPr sz="800">
                          <a:solidFill>
                            <a:srgbClr val="2D3748"/>
                          </a:solidFill>
                        </a:defRPr>
                      </a:pPr>
                      <a:r>
                        <a:t>• Implemented DINOv2 Student-Teacher multi-crop self-distillation.</a:t>
                      </a:r>
                    </a:p>
                    <a:p>
                      <a:pPr>
                        <a:defRPr sz="800">
                          <a:solidFill>
                            <a:srgbClr val="2D3748"/>
                          </a:solidFill>
                        </a:defRPr>
                      </a:pPr>
                      <a:r>
                        <a:t>• Formulated centering &amp; sharpening cross-entropy loss function.</a:t>
                      </a:r>
                    </a:p>
                    <a:p>
                      <a:pPr>
                        <a:defRPr sz="800">
                          <a:solidFill>
                            <a:srgbClr val="2D3748"/>
                          </a:solidFill>
                        </a:defRPr>
                      </a:pPr>
                      <a:r>
                        <a:t>• Executed Exponential Moving Average (EMA) teacher momentum update.</a:t>
                      </a:r>
                    </a:p>
                    <a:p>
                      <a:pPr>
                        <a:defRPr sz="800">
                          <a:solidFill>
                            <a:srgbClr val="2D3748"/>
                          </a:solidFill>
                        </a:defRPr>
                      </a:pPr>
                      <a:r>
                        <a:t>• Authored DINOv2 architecture report &amp; validation documentation.</a:t>
                      </a:r>
                    </a:p>
                  </a:txBody>
                  <a:tcPr marT="27432" marB="27432" marL="36576" marR="36576">
                    <a:solidFill>
                      <a:srgbClr val="FFFFFF"/>
                    </a:solidFill>
                  </a:tcPr>
                </a:tc>
              </a:tr>
              <a:tr h="1417320">
                <a:tc>
                  <a:txBody>
                    <a:bodyPr/>
                    <a:lstStyle/>
                    <a:p>
                      <a:pPr>
                        <a:defRPr sz="800">
                          <a:solidFill>
                            <a:srgbClr val="2D3748"/>
                          </a:solidFill>
                        </a:defRPr>
                      </a:pPr>
                      <a:r>
                        <a:t>Vishal Karthikeyan S S</a:t>
                      </a:r>
                    </a:p>
                  </a:txBody>
                  <a:tcPr marT="27432" marB="27432" marL="36576" marR="36576">
                    <a:solidFill>
                      <a:srgbClr val="F0F4F8"/>
                    </a:solidFill>
                  </a:tcPr>
                </a:tc>
                <a:tc>
                  <a:txBody>
                    <a:bodyPr/>
                    <a:lstStyle/>
                    <a:p>
                      <a:pPr>
                        <a:defRPr sz="800">
                          <a:solidFill>
                            <a:srgbClr val="2D3748"/>
                          </a:solidFill>
                        </a:defRPr>
                      </a:pPr>
                      <a:r>
                        <a:t>CB.SC.U4CSE23756</a:t>
                      </a:r>
                    </a:p>
                  </a:txBody>
                  <a:tcPr marT="27432" marB="27432" marL="36576" marR="36576">
                    <a:solidFill>
                      <a:srgbClr val="F0F4F8"/>
                    </a:solidFill>
                  </a:tcPr>
                </a:tc>
                <a:tc>
                  <a:txBody>
                    <a:bodyPr/>
                    <a:lstStyle/>
                    <a:p>
                      <a:pPr>
                        <a:defRPr sz="800">
                          <a:solidFill>
                            <a:srgbClr val="2D3748"/>
                          </a:solidFill>
                        </a:defRPr>
                      </a:pPr>
                      <a:r>
                        <a:t>Member 2: iBOT</a:t>
                      </a:r>
                    </a:p>
                    <a:p>
                      <a:pPr>
                        <a:defRPr sz="800">
                          <a:solidFill>
                            <a:srgbClr val="2D3748"/>
                          </a:solidFill>
                        </a:defRPr>
                      </a:pPr>
                      <a:r>
                        <a:t>(100.00% Accuracy)</a:t>
                      </a:r>
                    </a:p>
                  </a:txBody>
                  <a:tcPr marT="27432" marB="27432" marL="36576" marR="36576">
                    <a:solidFill>
                      <a:srgbClr val="F0F4F8"/>
                    </a:solidFill>
                  </a:tcPr>
                </a:tc>
                <a:tc>
                  <a:txBody>
                    <a:bodyPr/>
                    <a:lstStyle/>
                    <a:p>
                      <a:pPr>
                        <a:defRPr sz="800">
                          <a:solidFill>
                            <a:srgbClr val="2D3748"/>
                          </a:solidFill>
                        </a:defRPr>
                      </a:pPr>
                      <a:r>
                        <a:t>• Implemented iBOT online teacher tokenization &amp; MIM patch loss.</a:t>
                      </a:r>
                    </a:p>
                    <a:p>
                      <a:pPr>
                        <a:defRPr sz="800">
                          <a:solidFill>
                            <a:srgbClr val="2D3748"/>
                          </a:solidFill>
                        </a:defRPr>
                      </a:pPr>
                      <a:r>
                        <a:t>• Built downstream linear probe classifier achieving 100% test accuracy.</a:t>
                      </a:r>
                    </a:p>
                    <a:p>
                      <a:pPr>
                        <a:defRPr sz="800">
                          <a:solidFill>
                            <a:srgbClr val="2D3748"/>
                          </a:solidFill>
                        </a:defRPr>
                      </a:pPr>
                      <a:r>
                        <a:t>• Designed &amp; integrated full Streamlit interactive UI dashboard.</a:t>
                      </a:r>
                    </a:p>
                    <a:p>
                      <a:pPr>
                        <a:defRPr sz="800">
                          <a:solidFill>
                            <a:srgbClr val="2D3748"/>
                          </a:solidFill>
                        </a:defRPr>
                      </a:pPr>
                      <a:r>
                        <a:t>• Created GitHub repository &amp; authored iBOT model performance report.</a:t>
                      </a:r>
                    </a:p>
                  </a:txBody>
                  <a:tcPr marT="27432" marB="27432" marL="36576" marR="36576">
                    <a:solidFill>
                      <a:srgbClr val="F0F4F8"/>
                    </a:solidFill>
                  </a:tcPr>
                </a:tc>
              </a:tr>
              <a:tr h="1417320">
                <a:tc>
                  <a:txBody>
                    <a:bodyPr/>
                    <a:lstStyle/>
                    <a:p>
                      <a:pPr>
                        <a:defRPr sz="800">
                          <a:solidFill>
                            <a:srgbClr val="2D3748"/>
                          </a:solidFill>
                        </a:defRPr>
                      </a:pPr>
                      <a:r>
                        <a:t>Sricharan A</a:t>
                      </a:r>
                    </a:p>
                  </a:txBody>
                  <a:tcPr marT="27432" marB="27432" marL="36576" marR="36576">
                    <a:solidFill>
                      <a:srgbClr val="FFFFFF"/>
                    </a:solidFill>
                  </a:tcPr>
                </a:tc>
                <a:tc>
                  <a:txBody>
                    <a:bodyPr/>
                    <a:lstStyle/>
                    <a:p>
                      <a:pPr>
                        <a:defRPr sz="800">
                          <a:solidFill>
                            <a:srgbClr val="2D3748"/>
                          </a:solidFill>
                        </a:defRPr>
                      </a:pPr>
                      <a:r>
                        <a:t>CB.SC.U4CSE23764</a:t>
                      </a:r>
                    </a:p>
                  </a:txBody>
                  <a:tcPr marT="27432" marB="27432" marL="36576" marR="36576">
                    <a:solidFill>
                      <a:srgbClr val="FFFFFF"/>
                    </a:solidFill>
                  </a:tcPr>
                </a:tc>
                <a:tc>
                  <a:txBody>
                    <a:bodyPr/>
                    <a:lstStyle/>
                    <a:p>
                      <a:pPr>
                        <a:defRPr sz="800">
                          <a:solidFill>
                            <a:srgbClr val="2D3748"/>
                          </a:solidFill>
                        </a:defRPr>
                      </a:pPr>
                      <a:r>
                        <a:t>Member 3: MAE &amp; ResNet-18</a:t>
                      </a:r>
                    </a:p>
                    <a:p>
                      <a:pPr>
                        <a:defRPr sz="800">
                          <a:solidFill>
                            <a:srgbClr val="2D3748"/>
                          </a:solidFill>
                        </a:defRPr>
                      </a:pPr>
                      <a:r>
                        <a:t>(81.11% MAE / 99.56% ResNet)</a:t>
                      </a:r>
                    </a:p>
                  </a:txBody>
                  <a:tcPr marT="27432" marB="27432" marL="36576" marR="36576">
                    <a:solidFill>
                      <a:srgbClr val="FFFFFF"/>
                    </a:solidFill>
                  </a:tcPr>
                </a:tc>
                <a:tc>
                  <a:txBody>
                    <a:bodyPr/>
                    <a:lstStyle/>
                    <a:p>
                      <a:pPr>
                        <a:defRPr sz="800">
                          <a:solidFill>
                            <a:srgbClr val="2D3748"/>
                          </a:solidFill>
                        </a:defRPr>
                      </a:pPr>
                      <a:r>
                        <a:t>• Implemented MAE 75% patch masking &amp; asymmetric encoder-decoder.</a:t>
                      </a:r>
                    </a:p>
                    <a:p>
                      <a:pPr>
                        <a:defRPr sz="800">
                          <a:solidFill>
                            <a:srgbClr val="2D3748"/>
                          </a:solidFill>
                        </a:defRPr>
                      </a:pPr>
                      <a:r>
                        <a:t>• Formulated pixel MSE reconstruction loss &amp; ResNet-18 CNN baseline.</a:t>
                      </a:r>
                    </a:p>
                    <a:p>
                      <a:pPr>
                        <a:defRPr sz="800">
                          <a:solidFill>
                            <a:srgbClr val="2D3748"/>
                          </a:solidFill>
                        </a:defRPr>
                      </a:pPr>
                      <a:r>
                        <a:t>• Optimized PyTorch CUDA GPU data augmentation pipeline.</a:t>
                      </a:r>
                    </a:p>
                    <a:p>
                      <a:pPr>
                        <a:defRPr sz="800">
                          <a:solidFill>
                            <a:srgbClr val="2D3748"/>
                          </a:solidFill>
                        </a:defRPr>
                      </a:pPr>
                      <a:r>
                        <a:t>• Authored MAE baseline comparison report &amp; complexity proofs.</a:t>
                      </a:r>
                    </a:p>
                  </a:txBody>
                  <a:tcPr marT="27432" marB="27432" marL="36576" marR="36576">
                    <a:solidFill>
                      <a:srgbClr val="FFFFFF"/>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B029D62-4C62-A749-15CA-9F5DD337DE2A}"/>
              </a:ext>
            </a:extLst>
          </p:cNvPr>
          <p:cNvSpPr txBox="1"/>
          <p:nvPr/>
        </p:nvSpPr>
        <p:spPr>
          <a:xfrm>
            <a:off x="457200" y="320040"/>
            <a:ext cx="10972800" cy="457200"/>
          </a:xfrm>
          <a:prstGeom prst="rect">
            <a:avLst/>
          </a:prstGeom>
          <a:noFill/>
        </p:spPr>
        <p:txBody>
          <a:bodyPr wrap="square">
            <a:spAutoFit/>
          </a:bodyPr>
          <a:lstStyle/>
          <a:p>
            <a:pPr>
              <a:defRPr sz="1400" b="1">
                <a:solidFill>
                  <a:srgbClr val="1A365D"/>
                </a:solidFill>
              </a:defRPr>
            </a:pPr>
            <a:r>
              <a:t>GPU-Native Augmentation Engine &amp; Asymptotic Complexity Analysis</a:t>
            </a:r>
          </a:p>
        </p:txBody>
      </p:sp>
      <p:sp>
        <p:nvSpPr>
          <p:cNvPr id="4" name="Rounded Rectangle 3"/>
          <p:cNvSpPr/>
          <p:nvPr/>
        </p:nvSpPr>
        <p:spPr>
          <a:xfrm>
            <a:off x="457200" y="960120"/>
            <a:ext cx="5394960" cy="4983480"/>
          </a:xfrm>
          <a:prstGeom prst="roundRect">
            <a:avLst/>
          </a:prstGeom>
          <a:solidFill>
            <a:srgbClr val="F0F4F8"/>
          </a:solidFill>
          <a:ln>
            <a:solidFill>
              <a:srgbClr val="2B6CB0"/>
            </a:solidFill>
          </a:ln>
        </p:spPr>
        <p:style>
          <a:lnRef idx="1">
            <a:schemeClr val="accent1"/>
          </a:lnRef>
          <a:fillRef idx="3">
            <a:schemeClr val="accent1"/>
          </a:fillRef>
          <a:effectRef idx="2">
            <a:schemeClr val="accent1"/>
          </a:effectRef>
          <a:fontRef idx="minor">
            <a:schemeClr val="lt1"/>
          </a:fontRef>
        </p:style>
        <p:txBody>
          <a:bodyPr rtlCol="0" anchor="t" wrap="square"/>
          <a:lstStyle/>
          <a:p>
            <a:pPr>
              <a:defRPr sz="1100" b="1">
                <a:solidFill>
                  <a:srgbClr val="1A365D"/>
                </a:solidFill>
              </a:defRPr>
            </a:pPr>
            <a:r>
              <a:t>1. GPU-Native Data Augmentation &amp; Thermal Engine</a:t>
            </a:r>
          </a:p>
          <a:p>
            <a:pPr>
              <a:defRPr sz="850">
                <a:solidFill>
                  <a:srgbClr val="2D3748"/>
                </a:solidFill>
              </a:defRPr>
            </a:pPr>
          </a:p>
          <a:p>
            <a:pPr>
              <a:defRPr sz="850">
                <a:solidFill>
                  <a:srgbClr val="2D3748"/>
                </a:solidFill>
              </a:defRPr>
            </a:pPr>
            <a:r>
              <a:t>• 100% CUDA Tensor Offloading:</a:t>
            </a:r>
          </a:p>
          <a:p>
            <a:pPr>
              <a:defRPr sz="850">
                <a:solidFill>
                  <a:srgbClr val="2D3748"/>
                </a:solidFill>
              </a:defRPr>
            </a:pPr>
            <a:r>
              <a:t>  PyTorch CUDA transformations (RandomResizedCrop, RandomHorizontalFlip, ColorJitter, Normalize) execute directly on GPU VRAM.</a:t>
            </a:r>
          </a:p>
          <a:p>
            <a:pPr>
              <a:defRPr sz="850">
                <a:solidFill>
                  <a:srgbClr val="2D3748"/>
                </a:solidFill>
              </a:defRPr>
            </a:pPr>
          </a:p>
          <a:p>
            <a:pPr>
              <a:defRPr sz="850">
                <a:solidFill>
                  <a:srgbClr val="2D3748"/>
                </a:solidFill>
              </a:defRPr>
            </a:pPr>
            <a:r>
              <a:t>• CPU Thermal Throttling Prevention:</a:t>
            </a:r>
          </a:p>
          <a:p>
            <a:pPr>
              <a:defRPr sz="850">
                <a:solidFill>
                  <a:srgbClr val="2D3748"/>
                </a:solidFill>
              </a:defRPr>
            </a:pPr>
            <a:r>
              <a:t>  Enforced single-thread constraints (torch.set_num_threads(1), OMP_NUM_THREADS=1) across DataLoader workers.</a:t>
            </a:r>
          </a:p>
          <a:p>
            <a:pPr>
              <a:defRPr sz="850">
                <a:solidFill>
                  <a:srgbClr val="2D3748"/>
                </a:solidFill>
              </a:defRPr>
            </a:pPr>
          </a:p>
          <a:p>
            <a:pPr>
              <a:defRPr sz="850">
                <a:solidFill>
                  <a:srgbClr val="2D3748"/>
                </a:solidFill>
              </a:defRPr>
            </a:pPr>
            <a:r>
              <a:t>• Measured Hardware Impact:</a:t>
            </a:r>
          </a:p>
          <a:p>
            <a:pPr>
              <a:defRPr sz="850">
                <a:solidFill>
                  <a:srgbClr val="2D3748"/>
                </a:solidFill>
              </a:defRPr>
            </a:pPr>
            <a:r>
              <a:t>  CPU utilization dropped from 45% (5.51 GHz / 104°C throttling) to &lt;14% stable, ensuring 0% thermal degradation on RTX 5070 Ti.</a:t>
            </a:r>
          </a:p>
          <a:p>
            <a:pPr>
              <a:defRPr sz="850">
                <a:solidFill>
                  <a:srgbClr val="2D3748"/>
                </a:solidFill>
              </a:defRPr>
            </a:pPr>
          </a:p>
          <a:p>
            <a:pPr>
              <a:defRPr sz="850">
                <a:solidFill>
                  <a:srgbClr val="2D3748"/>
                </a:solidFill>
              </a:defRPr>
            </a:pPr>
            <a:r>
              <a:t>• Zero Memory Bottlenecks:</a:t>
            </a:r>
          </a:p>
          <a:p>
            <a:pPr>
              <a:defRPr sz="850">
                <a:solidFill>
                  <a:srgbClr val="2D3748"/>
                </a:solidFill>
              </a:defRPr>
            </a:pPr>
            <a:r>
              <a:t>  Eliminated host-to-device transfer latency during 12,000-image SSL pretraining batches.</a:t>
            </a:r>
          </a:p>
        </p:txBody>
      </p:sp>
      <p:sp>
        <p:nvSpPr>
          <p:cNvPr id="5" name="Rounded Rectangle 4"/>
          <p:cNvSpPr/>
          <p:nvPr/>
        </p:nvSpPr>
        <p:spPr>
          <a:xfrm>
            <a:off x="6126480" y="960120"/>
            <a:ext cx="5394960" cy="4983480"/>
          </a:xfrm>
          <a:prstGeom prst="roundRect">
            <a:avLst/>
          </a:prstGeom>
          <a:solidFill>
            <a:srgbClr val="F0F4F8"/>
          </a:solidFill>
          <a:ln>
            <a:solidFill>
              <a:srgbClr val="2B6CB0"/>
            </a:solidFill>
          </a:ln>
        </p:spPr>
        <p:style>
          <a:lnRef idx="1">
            <a:schemeClr val="accent1"/>
          </a:lnRef>
          <a:fillRef idx="3">
            <a:schemeClr val="accent1"/>
          </a:fillRef>
          <a:effectRef idx="2">
            <a:schemeClr val="accent1"/>
          </a:effectRef>
          <a:fontRef idx="minor">
            <a:schemeClr val="lt1"/>
          </a:fontRef>
        </p:style>
        <p:txBody>
          <a:bodyPr rtlCol="0" anchor="t" wrap="square"/>
          <a:lstStyle/>
          <a:p>
            <a:pPr>
              <a:defRPr sz="1100" b="1">
                <a:solidFill>
                  <a:srgbClr val="1A365D"/>
                </a:solidFill>
              </a:defRPr>
            </a:pPr>
            <a:r>
              <a:t>2. Asymptotic Time &amp; Space Complexity Analysis</a:t>
            </a:r>
          </a:p>
          <a:p>
            <a:pPr>
              <a:defRPr sz="850">
                <a:solidFill>
                  <a:srgbClr val="2D3748"/>
                </a:solidFill>
              </a:defRPr>
            </a:pPr>
          </a:p>
          <a:p>
            <a:pPr>
              <a:defRPr sz="850">
                <a:solidFill>
                  <a:srgbClr val="2D3748"/>
                </a:solidFill>
              </a:defRPr>
            </a:pPr>
            <a:r>
              <a:t>• Vision Transformer (ViT) Self-Attention Time Complexity:</a:t>
            </a:r>
          </a:p>
          <a:p>
            <a:pPr>
              <a:defRPr sz="850">
                <a:solidFill>
                  <a:srgbClr val="2D3748"/>
                </a:solidFill>
              </a:defRPr>
            </a:pPr>
            <a:r>
              <a:t>  O(N^2 · D + N · D^2)</a:t>
            </a:r>
          </a:p>
          <a:p>
            <a:pPr>
              <a:defRPr sz="850">
                <a:solidFill>
                  <a:srgbClr val="2D3748"/>
                </a:solidFill>
              </a:defRPr>
            </a:pPr>
            <a:r>
              <a:t>  where N = (256/16)^2 = 256 patch tokens, D = 384 embedding dimension.</a:t>
            </a:r>
          </a:p>
          <a:p>
            <a:pPr>
              <a:defRPr sz="850">
                <a:solidFill>
                  <a:srgbClr val="2D3748"/>
                </a:solidFill>
              </a:defRPr>
            </a:pPr>
            <a:r>
              <a:t>  Quadratic patch self-attention scales linearly with feature projection.</a:t>
            </a:r>
          </a:p>
          <a:p>
            <a:pPr>
              <a:defRPr sz="850">
                <a:solidFill>
                  <a:srgbClr val="2D3748"/>
                </a:solidFill>
              </a:defRPr>
            </a:pPr>
          </a:p>
          <a:p>
            <a:pPr>
              <a:defRPr sz="850">
                <a:solidFill>
                  <a:srgbClr val="2D3748"/>
                </a:solidFill>
              </a:defRPr>
            </a:pPr>
            <a:r>
              <a:t>• ResNet-18 CNN Time Complexity:</a:t>
            </a:r>
          </a:p>
          <a:p>
            <a:pPr>
              <a:defRPr sz="850">
                <a:solidFill>
                  <a:srgbClr val="2D3748"/>
                </a:solidFill>
              </a:defRPr>
            </a:pPr>
            <a:r>
              <a:t>  O(K^2 · H · W · C_in · C_out)</a:t>
            </a:r>
          </a:p>
          <a:p>
            <a:pPr>
              <a:defRPr sz="850">
                <a:solidFill>
                  <a:srgbClr val="2D3748"/>
                </a:solidFill>
              </a:defRPr>
            </a:pPr>
            <a:r>
              <a:t>  where K = 3x3 kernel, HxW feature map resolution across 18 layers.</a:t>
            </a:r>
          </a:p>
          <a:p>
            <a:pPr>
              <a:defRPr sz="850">
                <a:solidFill>
                  <a:srgbClr val="2D3748"/>
                </a:solidFill>
              </a:defRPr>
            </a:pPr>
          </a:p>
          <a:p>
            <a:pPr>
              <a:defRPr sz="850">
                <a:solidFill>
                  <a:srgbClr val="2D3748"/>
                </a:solidFill>
              </a:defRPr>
            </a:pPr>
            <a:r>
              <a:t>• Memory &amp; Space Complexity Bound:</a:t>
            </a:r>
          </a:p>
          <a:p>
            <a:pPr>
              <a:defRPr sz="850">
                <a:solidFill>
                  <a:srgbClr val="2D3748"/>
                </a:solidFill>
              </a:defRPr>
            </a:pPr>
            <a:r>
              <a:t>  O(N^2 + N · D) attention matrix storage vs O(K^2 · C_in · C_out) kernel parameter storage.</a:t>
            </a:r>
          </a:p>
          <a:p>
            <a:pPr>
              <a:defRPr sz="850">
                <a:solidFill>
                  <a:srgbClr val="2D3748"/>
                </a:solidFill>
              </a:defRPr>
            </a:pPr>
          </a:p>
          <a:p>
            <a:pPr>
              <a:defRPr sz="850">
                <a:solidFill>
                  <a:srgbClr val="2D3748"/>
                </a:solidFill>
              </a:defRPr>
            </a:pPr>
            <a:r>
              <a:t>• Key Takeaway:</a:t>
            </a:r>
          </a:p>
          <a:p>
            <a:pPr>
              <a:defRPr sz="850">
                <a:solidFill>
                  <a:srgbClr val="2D3748"/>
                </a:solidFill>
              </a:defRPr>
            </a:pPr>
            <a:r>
              <a:t>  ViT SSL patch tokenization achieves superior spatial decay representation compared to local CNN receptive fields.</a:t>
            </a:r>
          </a:p>
        </p:txBody>
      </p:sp>
    </p:spTree>
    <p:extLst>
      <p:ext uri="{BB962C8B-B14F-4D97-AF65-F5344CB8AC3E}">
        <p14:creationId xmlns:p14="http://schemas.microsoft.com/office/powerpoint/2010/main" val="2368903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90922A-A26C-AF6C-DF9E-AC0742BA3D66}"/>
              </a:ext>
            </a:extLst>
          </p:cNvPr>
          <p:cNvSpPr txBox="1"/>
          <p:nvPr/>
        </p:nvSpPr>
        <p:spPr>
          <a:xfrm>
            <a:off x="457200" y="320040"/>
            <a:ext cx="10972800" cy="457200"/>
          </a:xfrm>
          <a:prstGeom prst="rect">
            <a:avLst/>
          </a:prstGeom>
          <a:noFill/>
        </p:spPr>
        <p:txBody>
          <a:bodyPr wrap="square">
            <a:spAutoFit/>
          </a:bodyPr>
          <a:lstStyle/>
          <a:p>
            <a:pPr>
              <a:defRPr sz="1400" b="1">
                <a:solidFill>
                  <a:srgbClr val="1A365D"/>
                </a:solidFill>
              </a:defRPr>
            </a:pPr>
            <a:r>
              <a:t>Deep Learning SSL Models, Mathematical Formulations &amp; Final Test Results</a:t>
            </a:r>
          </a:p>
        </p:txBody>
      </p:sp>
      <p:sp>
        <p:nvSpPr>
          <p:cNvPr id="5" name="TextBox 4">
            <a:extLst>
              <a:ext uri="{FF2B5EF4-FFF2-40B4-BE49-F238E27FC236}">
                <a16:creationId xmlns:a16="http://schemas.microsoft.com/office/drawing/2014/main" id="{5AF5D41F-8313-7F52-9214-591B66B38CE7}"/>
              </a:ext>
            </a:extLst>
          </p:cNvPr>
          <p:cNvSpPr txBox="1"/>
          <p:nvPr/>
        </p:nvSpPr>
        <p:spPr>
          <a:xfrm>
            <a:off x="457200" y="960120"/>
            <a:ext cx="5486400" cy="4983480"/>
          </a:xfrm>
          <a:prstGeom prst="rect">
            <a:avLst/>
          </a:prstGeom>
          <a:noFill/>
        </p:spPr>
        <p:txBody>
          <a:bodyPr wrap="square">
            <a:spAutoFit/>
          </a:bodyPr>
          <a:lstStyle/>
          <a:p>
            <a:pPr>
              <a:defRPr sz="900" b="1">
                <a:solidFill>
                  <a:srgbClr val="1A365D"/>
                </a:solidFill>
              </a:defRPr>
            </a:pPr>
            <a:r>
              <a:t>1. Model Architectures &amp; GitHub Repository:</a:t>
            </a:r>
          </a:p>
          <a:p>
            <a:pPr>
              <a:defRPr sz="800"/>
            </a:pPr>
            <a:r>
              <a:t>• GitHub Repo: https://github.com/Vishal-Karthikeyan-S/FruitLearn_AI</a:t>
            </a:r>
          </a:p>
          <a:p>
            <a:pPr>
              <a:defRPr sz="800"/>
            </a:pPr>
            <a:r>
              <a:t>• Evaluated Models: iBOT (Member 2), DINOv2 (Member 1), MAE (Member 3), ResNet-18 (Baseline).</a:t>
            </a:r>
          </a:p>
          <a:p>
            <a:pPr>
              <a:defRPr sz="800"/>
            </a:pPr>
          </a:p>
          <a:p>
            <a:pPr>
              <a:defRPr sz="900" b="1">
                <a:solidFill>
                  <a:srgbClr val="1A365D"/>
                </a:solidFill>
              </a:defRPr>
            </a:pPr>
            <a:r>
              <a:t>2. Mathematical Formulations:</a:t>
            </a:r>
          </a:p>
          <a:p>
            <a:pPr>
              <a:defRPr sz="800"/>
            </a:pPr>
            <a:r>
              <a:t>• DINOv2 Centering &amp; Sharpening:</a:t>
            </a:r>
          </a:p>
          <a:p>
            <a:pPr>
              <a:defRPr sz="800"/>
            </a:pPr>
            <a:r>
              <a:t>  P_s(x) = Softmax(g_s(x) / tau_s),   P_t(x) = Softmax((g_t(x) - C) / tau_t)</a:t>
            </a:r>
          </a:p>
          <a:p>
            <a:pPr>
              <a:defRPr sz="800"/>
            </a:pPr>
            <a:r>
              <a:t>• Center &amp; Teacher EMA Updates:</a:t>
            </a:r>
          </a:p>
          <a:p>
            <a:pPr>
              <a:defRPr sz="800"/>
            </a:pPr>
            <a:r>
              <a:t>  C &lt;- m·C + (1-m)·mean(g_t(x)) | theta_t &lt;- lambda·theta_t + (1-lambda)·theta_s</a:t>
            </a:r>
          </a:p>
          <a:p>
            <a:pPr>
              <a:defRPr sz="800"/>
            </a:pPr>
            <a:r>
              <a:t>• iBOT Hybrid Loss: L_iBOT = L_global + alpha · L_MIM_patch</a:t>
            </a:r>
          </a:p>
          <a:p>
            <a:pPr>
              <a:defRPr sz="800"/>
            </a:pPr>
          </a:p>
          <a:p>
            <a:pPr>
              <a:defRPr sz="900" b="1">
                <a:solidFill>
                  <a:srgbClr val="1A365D"/>
                </a:solidFill>
              </a:defRPr>
            </a:pPr>
            <a:r>
              <a:t>3. Empirical Test Benchmark Results (1,800 Test Images):</a:t>
            </a:r>
          </a:p>
          <a:p>
            <a:pPr>
              <a:defRPr sz="800"/>
            </a:pPr>
            <a:r>
              <a:t>• iBOT (Member 2): 100.00% Accuracy | 1.0000 F1-Score (1,800/1,800 correct)</a:t>
            </a:r>
          </a:p>
          <a:p>
            <a:pPr>
              <a:defRPr sz="800"/>
            </a:pPr>
            <a:r>
              <a:t>• DINOv2 (Member 1): 99.94% Accuracy | 0.9994 F1-Score (1,799/1,800 correct)</a:t>
            </a:r>
          </a:p>
          <a:p>
            <a:pPr>
              <a:defRPr sz="800"/>
            </a:pPr>
            <a:r>
              <a:t>• ResNet-18 Baseline: 99.56% Accuracy | 0.9956 F1-Score (1,792/1,800 correct)</a:t>
            </a:r>
          </a:p>
          <a:p>
            <a:pPr>
              <a:defRPr sz="800"/>
            </a:pPr>
            <a:r>
              <a:t>• MAE (Member 3): 81.11% Accuracy | 0.8083 F1-Score (1,460/1,800 correct)</a:t>
            </a:r>
          </a:p>
        </p:txBody>
      </p:sp>
      <p:pic>
        <p:nvPicPr>
          <p:cNvPr id="6" name="Picture 5" descr="image.jpg"/>
          <p:cNvPicPr>
            <a:picLocks noChangeAspect="1"/>
          </p:cNvPicPr>
          <p:nvPr/>
        </p:nvPicPr>
        <p:blipFill>
          <a:blip r:embed="rId2"/>
          <a:stretch>
            <a:fillRect/>
          </a:stretch>
        </p:blipFill>
        <p:spPr>
          <a:xfrm>
            <a:off x="6126480" y="960120"/>
            <a:ext cx="5394960" cy="4983480"/>
          </a:xfrm>
          <a:prstGeom prst="rect">
            <a:avLst/>
          </a:prstGeom>
        </p:spPr>
      </p:pic>
    </p:spTree>
    <p:extLst>
      <p:ext uri="{BB962C8B-B14F-4D97-AF65-F5344CB8AC3E}">
        <p14:creationId xmlns:p14="http://schemas.microsoft.com/office/powerpoint/2010/main" val="2926178938"/>
      </p:ext>
    </p:extLst>
  </p:cSld>
  <p:clrMapOvr>
    <a:masterClrMapping/>
  </p:clrMapOvr>
</p:sld>
</file>

<file path=ppt/theme/theme1.xml><?xml version="1.0" encoding="utf-8"?>
<a:theme xmlns:a="http://schemas.openxmlformats.org/drawingml/2006/main" name="Theme1">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1" id="{D2EC4925-13C0-4F9C-9EC6-BA379B2903BA}" vid="{D05CAAF7-8C12-42B7-AE16-5E8F348BAE34}"/>
    </a:ext>
  </a:extLst>
</a:theme>
</file>

<file path=ppt/theme/theme2.xml><?xml version="1.0" encoding="utf-8"?>
<a:theme xmlns:a="http://schemas.openxmlformats.org/drawingml/2006/main" name="Presentation slides">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Presentation Cover pag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_Presentation Cover pag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1_Presentation slides">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Theme1</Template>
  <TotalTime>33</TotalTime>
  <Words>195</Words>
  <Application>Microsoft Office PowerPoint</Application>
  <PresentationFormat>Widescreen</PresentationFormat>
  <Paragraphs>54</Paragraphs>
  <Slides>7</Slides>
  <Notes>5</Notes>
  <HiddenSlides>0</HiddenSlides>
  <MMClips>0</MMClips>
  <ScaleCrop>false</ScaleCrop>
  <HeadingPairs>
    <vt:vector size="6" baseType="variant">
      <vt:variant>
        <vt:lpstr>Fonts Used</vt:lpstr>
      </vt:variant>
      <vt:variant>
        <vt:i4>6</vt:i4>
      </vt:variant>
      <vt:variant>
        <vt:lpstr>Theme</vt:lpstr>
      </vt:variant>
      <vt:variant>
        <vt:i4>5</vt:i4>
      </vt:variant>
      <vt:variant>
        <vt:lpstr>Slide Titles</vt:lpstr>
      </vt:variant>
      <vt:variant>
        <vt:i4>7</vt:i4>
      </vt:variant>
    </vt:vector>
  </HeadingPairs>
  <TitlesOfParts>
    <vt:vector size="18" baseType="lpstr">
      <vt:lpstr>Arial</vt:lpstr>
      <vt:lpstr>Avenir</vt:lpstr>
      <vt:lpstr>Calibri</vt:lpstr>
      <vt:lpstr>Cambria</vt:lpstr>
      <vt:lpstr>Garamond</vt:lpstr>
      <vt:lpstr>Poppins</vt:lpstr>
      <vt:lpstr>Theme1</vt:lpstr>
      <vt:lpstr>Presentation slides</vt:lpstr>
      <vt:lpstr>Presentation Cover page</vt:lpstr>
      <vt:lpstr>1_Presentation Cover page</vt:lpstr>
      <vt:lpstr>1_Presentation slides</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Bagyammal T (CSE)</cp:lastModifiedBy>
  <cp:revision>9</cp:revision>
  <dcterms:created xsi:type="dcterms:W3CDTF">2026-08-20T08:53:47Z</dcterms:created>
  <dcterms:modified xsi:type="dcterms:W3CDTF">2026-09-09T09:32:59Z</dcterms:modified>
</cp:coreProperties>
</file>